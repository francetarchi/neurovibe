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8" r:id="rId2"/>
    <p:sldId id="259" r:id="rId3"/>
    <p:sldId id="264" r:id="rId4"/>
    <p:sldId id="302" r:id="rId5"/>
    <p:sldId id="303" r:id="rId6"/>
    <p:sldId id="297" r:id="rId7"/>
    <p:sldId id="298" r:id="rId8"/>
    <p:sldId id="299" r:id="rId9"/>
    <p:sldId id="300" r:id="rId10"/>
    <p:sldId id="283" r:id="rId11"/>
    <p:sldId id="281" r:id="rId12"/>
    <p:sldId id="287" r:id="rId13"/>
    <p:sldId id="284" r:id="rId14"/>
    <p:sldId id="269" r:id="rId15"/>
    <p:sldId id="275" r:id="rId16"/>
    <p:sldId id="279" r:id="rId17"/>
    <p:sldId id="282" r:id="rId18"/>
    <p:sldId id="271" r:id="rId19"/>
    <p:sldId id="286" r:id="rId20"/>
    <p:sldId id="294" r:id="rId21"/>
    <p:sldId id="285" r:id="rId22"/>
    <p:sldId id="272" r:id="rId23"/>
    <p:sldId id="273" r:id="rId2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55E"/>
    <a:srgbClr val="BCB3EA"/>
    <a:srgbClr val="8B1AAB"/>
    <a:srgbClr val="B4109E"/>
    <a:srgbClr val="BDB4E9"/>
    <a:srgbClr val="F4F5F7"/>
    <a:srgbClr val="D0D8ED"/>
    <a:srgbClr val="FFFFFF"/>
    <a:srgbClr val="8678D0"/>
    <a:srgbClr val="BBB2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5EEF84-CADE-4858-B871-97153C6AEDDE}" v="70" dt="2025-11-14T23:01:52.439"/>
    <p1510:client id="{86D34C22-9170-424E-BBE7-F9092FD7B426}" v="1" dt="2025-11-14T17:51:13.2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27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esco Tarchi" userId="4f800d74-33e7-4169-a768-bd5c066e7a1d" providerId="ADAL" clId="{B6761A82-9B31-47D1-947A-50DF5D086928}"/>
    <pc:docChg chg="modSld">
      <pc:chgData name="Francesco Tarchi" userId="4f800d74-33e7-4169-a768-bd5c066e7a1d" providerId="ADAL" clId="{B6761A82-9B31-47D1-947A-50DF5D086928}" dt="2025-11-14T23:06:44.852" v="0" actId="166"/>
      <pc:docMkLst>
        <pc:docMk/>
      </pc:docMkLst>
      <pc:sldChg chg="modSp mod">
        <pc:chgData name="Francesco Tarchi" userId="4f800d74-33e7-4169-a768-bd5c066e7a1d" providerId="ADAL" clId="{B6761A82-9B31-47D1-947A-50DF5D086928}" dt="2025-11-14T23:06:44.852" v="0" actId="166"/>
        <pc:sldMkLst>
          <pc:docMk/>
          <pc:sldMk cId="3576150603" sldId="300"/>
        </pc:sldMkLst>
        <pc:picChg chg="ord">
          <ac:chgData name="Francesco Tarchi" userId="4f800d74-33e7-4169-a768-bd5c066e7a1d" providerId="ADAL" clId="{B6761A82-9B31-47D1-947A-50DF5D086928}" dt="2025-11-14T23:06:44.852" v="0" actId="166"/>
          <ac:picMkLst>
            <pc:docMk/>
            <pc:sldMk cId="3576150603" sldId="300"/>
            <ac:picMk id="22" creationId="{37ED6FD4-78DB-AF19-A959-D0F1BB03CABA}"/>
          </ac:picMkLst>
        </pc:picChg>
        <pc:picChg chg="ord">
          <ac:chgData name="Francesco Tarchi" userId="4f800d74-33e7-4169-a768-bd5c066e7a1d" providerId="ADAL" clId="{B6761A82-9B31-47D1-947A-50DF5D086928}" dt="2025-11-14T23:06:44.852" v="0" actId="166"/>
          <ac:picMkLst>
            <pc:docMk/>
            <pc:sldMk cId="3576150603" sldId="300"/>
            <ac:picMk id="23" creationId="{80ACD318-DD33-F386-026A-764E5D3C660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04187B-A6A0-4F24-B25C-E5CEC46880C8}" type="datetimeFigureOut">
              <a:rPr lang="it-IT" smtClean="0"/>
              <a:t>15/11/2025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81C270-2841-40BF-83EC-82EE41A85C7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53883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81C270-2841-40BF-83EC-82EE41A85C73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798268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81C270-2841-40BF-83EC-82EE41A85C73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428205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81C270-2841-40BF-83EC-82EE41A85C73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811600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81C270-2841-40BF-83EC-82EE41A85C73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36393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81C270-2841-40BF-83EC-82EE41A85C73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202094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81C270-2841-40BF-83EC-82EE41A85C73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848835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81C270-2841-40BF-83EC-82EE41A85C73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612474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81C270-2841-40BF-83EC-82EE41A85C73}" type="slidenum">
              <a:rPr lang="it-IT" smtClean="0"/>
              <a:t>22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364337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15.11.2025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61926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15.11.2025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3181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15.11.2025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73935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15.11.2025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40897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15.11.2025</a:t>
            </a:fld>
            <a:endParaRPr lang="de-DE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79829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15.11.2025</a:t>
            </a:fld>
            <a:endParaRPr lang="de-DE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7825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15.11.2025</a:t>
            </a:fld>
            <a:endParaRPr lang="de-DE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40951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15.11.2025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58163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15.11.2025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85766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15.11.2025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44690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15.11.2025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68423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4A8E5F-40E5-4553-9F3C-699F1A5B8145}" type="datetimeFigureOut">
              <a:rPr lang="de-DE" smtClean="0"/>
              <a:t>15.11.2025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1931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12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3" Type="http://schemas.openxmlformats.org/officeDocument/2006/relationships/image" Target="../media/image6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" Type="http://schemas.openxmlformats.org/officeDocument/2006/relationships/image" Target="../media/image1.jpe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19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23.png"/><Relationship Id="rId3" Type="http://schemas.openxmlformats.org/officeDocument/2006/relationships/image" Target="../media/image12.png"/><Relationship Id="rId7" Type="http://schemas.openxmlformats.org/officeDocument/2006/relationships/image" Target="../media/image29.png"/><Relationship Id="rId12" Type="http://schemas.openxmlformats.org/officeDocument/2006/relationships/image" Target="../media/image22.png"/><Relationship Id="rId2" Type="http://schemas.openxmlformats.org/officeDocument/2006/relationships/image" Target="../media/image6.png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21.png"/><Relationship Id="rId5" Type="http://schemas.openxmlformats.org/officeDocument/2006/relationships/image" Target="../media/image27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26.sv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3" Type="http://schemas.openxmlformats.org/officeDocument/2006/relationships/image" Target="../media/image12.png"/><Relationship Id="rId7" Type="http://schemas.openxmlformats.org/officeDocument/2006/relationships/image" Target="../media/image33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" Type="http://schemas.openxmlformats.org/officeDocument/2006/relationships/image" Target="../media/image6.png"/><Relationship Id="rId16" Type="http://schemas.openxmlformats.org/officeDocument/2006/relationships/image" Target="../media/image23.png"/><Relationship Id="rId20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22.png"/><Relationship Id="rId10" Type="http://schemas.openxmlformats.org/officeDocument/2006/relationships/image" Target="../media/image36.png"/><Relationship Id="rId19" Type="http://schemas.openxmlformats.org/officeDocument/2006/relationships/image" Target="../media/image10.png"/><Relationship Id="rId4" Type="http://schemas.openxmlformats.org/officeDocument/2006/relationships/image" Target="../media/image26.svg"/><Relationship Id="rId9" Type="http://schemas.openxmlformats.org/officeDocument/2006/relationships/image" Target="../media/image35.png"/><Relationship Id="rId1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23.png"/><Relationship Id="rId3" Type="http://schemas.openxmlformats.org/officeDocument/2006/relationships/image" Target="../media/image39.jpeg"/><Relationship Id="rId7" Type="http://schemas.openxmlformats.org/officeDocument/2006/relationships/image" Target="../media/image41.png"/><Relationship Id="rId12" Type="http://schemas.openxmlformats.org/officeDocument/2006/relationships/image" Target="../media/image22.png"/><Relationship Id="rId17" Type="http://schemas.openxmlformats.org/officeDocument/2006/relationships/image" Target="../media/image4.png"/><Relationship Id="rId2" Type="http://schemas.openxmlformats.org/officeDocument/2006/relationships/image" Target="../media/image6.png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21.png"/><Relationship Id="rId5" Type="http://schemas.openxmlformats.org/officeDocument/2006/relationships/image" Target="../media/image26.sv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2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10.png"/><Relationship Id="rId18" Type="http://schemas.openxmlformats.org/officeDocument/2006/relationships/image" Target="../media/image47.png"/><Relationship Id="rId3" Type="http://schemas.openxmlformats.org/officeDocument/2006/relationships/image" Target="../media/image12.png"/><Relationship Id="rId7" Type="http://schemas.openxmlformats.org/officeDocument/2006/relationships/image" Target="../media/image21.png"/><Relationship Id="rId12" Type="http://schemas.openxmlformats.org/officeDocument/2006/relationships/image" Target="../media/image19.png"/><Relationship Id="rId17" Type="http://schemas.openxmlformats.org/officeDocument/2006/relationships/image" Target="../media/image46.jpeg"/><Relationship Id="rId2" Type="http://schemas.openxmlformats.org/officeDocument/2006/relationships/image" Target="../media/image6.png"/><Relationship Id="rId16" Type="http://schemas.openxmlformats.org/officeDocument/2006/relationships/image" Target="../media/image4.png"/><Relationship Id="rId20" Type="http://schemas.openxmlformats.org/officeDocument/2006/relationships/image" Target="../media/image4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43.png"/><Relationship Id="rId15" Type="http://schemas.openxmlformats.org/officeDocument/2006/relationships/image" Target="../media/image45.jpeg"/><Relationship Id="rId10" Type="http://schemas.openxmlformats.org/officeDocument/2006/relationships/image" Target="../media/image24.png"/><Relationship Id="rId19" Type="http://schemas.openxmlformats.org/officeDocument/2006/relationships/image" Target="../media/image48.jpeg"/><Relationship Id="rId4" Type="http://schemas.openxmlformats.org/officeDocument/2006/relationships/image" Target="../media/image13.svg"/><Relationship Id="rId9" Type="http://schemas.openxmlformats.org/officeDocument/2006/relationships/image" Target="../media/image23.png"/><Relationship Id="rId14" Type="http://schemas.openxmlformats.org/officeDocument/2006/relationships/image" Target="../media/image44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19.png"/><Relationship Id="rId18" Type="http://schemas.openxmlformats.org/officeDocument/2006/relationships/image" Target="../media/image47.png"/><Relationship Id="rId3" Type="http://schemas.openxmlformats.org/officeDocument/2006/relationships/image" Target="../media/image50.jpe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17" Type="http://schemas.openxmlformats.org/officeDocument/2006/relationships/image" Target="../media/image46.jpeg"/><Relationship Id="rId2" Type="http://schemas.openxmlformats.org/officeDocument/2006/relationships/image" Target="../media/image6.png"/><Relationship Id="rId16" Type="http://schemas.openxmlformats.org/officeDocument/2006/relationships/image" Target="../media/image4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24.png"/><Relationship Id="rId5" Type="http://schemas.openxmlformats.org/officeDocument/2006/relationships/image" Target="../media/image26.svg"/><Relationship Id="rId15" Type="http://schemas.openxmlformats.org/officeDocument/2006/relationships/image" Target="../media/image51.jpeg"/><Relationship Id="rId10" Type="http://schemas.openxmlformats.org/officeDocument/2006/relationships/image" Target="../media/image23.png"/><Relationship Id="rId4" Type="http://schemas.openxmlformats.org/officeDocument/2006/relationships/image" Target="../media/image12.png"/><Relationship Id="rId9" Type="http://schemas.openxmlformats.org/officeDocument/2006/relationships/image" Target="../media/image22.png"/><Relationship Id="rId1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22.png"/><Relationship Id="rId18" Type="http://schemas.openxmlformats.org/officeDocument/2006/relationships/image" Target="../media/image58.png"/><Relationship Id="rId3" Type="http://schemas.openxmlformats.org/officeDocument/2006/relationships/image" Target="../media/image6.png"/><Relationship Id="rId7" Type="http://schemas.openxmlformats.org/officeDocument/2006/relationships/image" Target="../media/image53.png"/><Relationship Id="rId12" Type="http://schemas.openxmlformats.org/officeDocument/2006/relationships/image" Target="../media/image21.png"/><Relationship Id="rId17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jpeg"/><Relationship Id="rId11" Type="http://schemas.openxmlformats.org/officeDocument/2006/relationships/image" Target="../media/image20.png"/><Relationship Id="rId5" Type="http://schemas.openxmlformats.org/officeDocument/2006/relationships/image" Target="../media/image26.svg"/><Relationship Id="rId15" Type="http://schemas.openxmlformats.org/officeDocument/2006/relationships/image" Target="../media/image24.png"/><Relationship Id="rId10" Type="http://schemas.openxmlformats.org/officeDocument/2006/relationships/image" Target="../media/image56.png"/><Relationship Id="rId4" Type="http://schemas.openxmlformats.org/officeDocument/2006/relationships/image" Target="../media/image12.png"/><Relationship Id="rId9" Type="http://schemas.openxmlformats.org/officeDocument/2006/relationships/image" Target="../media/image55.png"/><Relationship Id="rId14" Type="http://schemas.openxmlformats.org/officeDocument/2006/relationships/image" Target="../media/image5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37.png"/><Relationship Id="rId18" Type="http://schemas.openxmlformats.org/officeDocument/2006/relationships/image" Target="../media/image21.png"/><Relationship Id="rId3" Type="http://schemas.openxmlformats.org/officeDocument/2006/relationships/image" Target="../media/image6.png"/><Relationship Id="rId21" Type="http://schemas.openxmlformats.org/officeDocument/2006/relationships/image" Target="../media/image24.png"/><Relationship Id="rId7" Type="http://schemas.microsoft.com/office/2007/relationships/hdphoto" Target="../media/hdphoto2.wdp"/><Relationship Id="rId12" Type="http://schemas.openxmlformats.org/officeDocument/2006/relationships/image" Target="../media/image36.pn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56.png"/><Relationship Id="rId20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11" Type="http://schemas.openxmlformats.org/officeDocument/2006/relationships/image" Target="../media/image35.png"/><Relationship Id="rId24" Type="http://schemas.openxmlformats.org/officeDocument/2006/relationships/image" Target="../media/image58.png"/><Relationship Id="rId5" Type="http://schemas.openxmlformats.org/officeDocument/2006/relationships/image" Target="../media/image26.svg"/><Relationship Id="rId15" Type="http://schemas.openxmlformats.org/officeDocument/2006/relationships/image" Target="../media/image55.png"/><Relationship Id="rId23" Type="http://schemas.openxmlformats.org/officeDocument/2006/relationships/image" Target="../media/image25.png"/><Relationship Id="rId10" Type="http://schemas.microsoft.com/office/2007/relationships/hdphoto" Target="../media/hdphoto3.wdp"/><Relationship Id="rId19" Type="http://schemas.openxmlformats.org/officeDocument/2006/relationships/image" Target="../media/image22.png"/><Relationship Id="rId4" Type="http://schemas.openxmlformats.org/officeDocument/2006/relationships/image" Target="../media/image12.png"/><Relationship Id="rId9" Type="http://schemas.openxmlformats.org/officeDocument/2006/relationships/image" Target="../media/image61.png"/><Relationship Id="rId14" Type="http://schemas.openxmlformats.org/officeDocument/2006/relationships/image" Target="../media/image62.png"/><Relationship Id="rId22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57.png"/><Relationship Id="rId3" Type="http://schemas.openxmlformats.org/officeDocument/2006/relationships/image" Target="../media/image6.png"/><Relationship Id="rId7" Type="http://schemas.openxmlformats.org/officeDocument/2006/relationships/image" Target="../media/image64.png"/><Relationship Id="rId12" Type="http://schemas.openxmlformats.org/officeDocument/2006/relationships/image" Target="../media/image22.png"/><Relationship Id="rId17" Type="http://schemas.openxmlformats.org/officeDocument/2006/relationships/image" Target="../media/image58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svg"/><Relationship Id="rId11" Type="http://schemas.openxmlformats.org/officeDocument/2006/relationships/image" Target="../media/image21.png"/><Relationship Id="rId5" Type="http://schemas.openxmlformats.org/officeDocument/2006/relationships/image" Target="../media/image12.png"/><Relationship Id="rId15" Type="http://schemas.openxmlformats.org/officeDocument/2006/relationships/image" Target="../media/image10.png"/><Relationship Id="rId10" Type="http://schemas.openxmlformats.org/officeDocument/2006/relationships/image" Target="../media/image20.png"/><Relationship Id="rId4" Type="http://schemas.openxmlformats.org/officeDocument/2006/relationships/image" Target="../media/image63.png"/><Relationship Id="rId9" Type="http://schemas.openxmlformats.org/officeDocument/2006/relationships/image" Target="../media/image56.png"/><Relationship Id="rId1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3.png"/><Relationship Id="rId18" Type="http://schemas.openxmlformats.org/officeDocument/2006/relationships/image" Target="../media/image56.png"/><Relationship Id="rId26" Type="http://schemas.openxmlformats.org/officeDocument/2006/relationships/image" Target="../media/image58.png"/><Relationship Id="rId3" Type="http://schemas.openxmlformats.org/officeDocument/2006/relationships/image" Target="../media/image6.png"/><Relationship Id="rId21" Type="http://schemas.openxmlformats.org/officeDocument/2006/relationships/image" Target="../media/image22.png"/><Relationship Id="rId7" Type="http://schemas.openxmlformats.org/officeDocument/2006/relationships/image" Target="../media/image67.png"/><Relationship Id="rId12" Type="http://schemas.openxmlformats.org/officeDocument/2006/relationships/image" Target="../media/image72.png"/><Relationship Id="rId17" Type="http://schemas.openxmlformats.org/officeDocument/2006/relationships/image" Target="../media/image77.png"/><Relationship Id="rId25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76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gif"/><Relationship Id="rId11" Type="http://schemas.openxmlformats.org/officeDocument/2006/relationships/image" Target="../media/image71.png"/><Relationship Id="rId24" Type="http://schemas.openxmlformats.org/officeDocument/2006/relationships/image" Target="../media/image10.png"/><Relationship Id="rId5" Type="http://schemas.openxmlformats.org/officeDocument/2006/relationships/image" Target="../media/image13.svg"/><Relationship Id="rId15" Type="http://schemas.openxmlformats.org/officeDocument/2006/relationships/image" Target="../media/image75.png"/><Relationship Id="rId23" Type="http://schemas.openxmlformats.org/officeDocument/2006/relationships/image" Target="../media/image24.png"/><Relationship Id="rId10" Type="http://schemas.openxmlformats.org/officeDocument/2006/relationships/image" Target="../media/image70.png"/><Relationship Id="rId19" Type="http://schemas.openxmlformats.org/officeDocument/2006/relationships/image" Target="../media/image20.png"/><Relationship Id="rId4" Type="http://schemas.openxmlformats.org/officeDocument/2006/relationships/image" Target="../media/image12.png"/><Relationship Id="rId9" Type="http://schemas.openxmlformats.org/officeDocument/2006/relationships/image" Target="../media/image69.png"/><Relationship Id="rId14" Type="http://schemas.openxmlformats.org/officeDocument/2006/relationships/image" Target="../media/image74.png"/><Relationship Id="rId22" Type="http://schemas.openxmlformats.org/officeDocument/2006/relationships/image" Target="../media/image5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24.png"/><Relationship Id="rId3" Type="http://schemas.openxmlformats.org/officeDocument/2006/relationships/image" Target="../media/image6.png"/><Relationship Id="rId7" Type="http://schemas.openxmlformats.org/officeDocument/2006/relationships/image" Target="../media/image79.png"/><Relationship Id="rId12" Type="http://schemas.openxmlformats.org/officeDocument/2006/relationships/image" Target="../media/image57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11" Type="http://schemas.openxmlformats.org/officeDocument/2006/relationships/image" Target="../media/image22.png"/><Relationship Id="rId5" Type="http://schemas.openxmlformats.org/officeDocument/2006/relationships/image" Target="../media/image26.svg"/><Relationship Id="rId15" Type="http://schemas.openxmlformats.org/officeDocument/2006/relationships/image" Target="../media/image25.png"/><Relationship Id="rId10" Type="http://schemas.openxmlformats.org/officeDocument/2006/relationships/image" Target="../media/image21.png"/><Relationship Id="rId4" Type="http://schemas.openxmlformats.org/officeDocument/2006/relationships/image" Target="../media/image12.png"/><Relationship Id="rId9" Type="http://schemas.openxmlformats.org/officeDocument/2006/relationships/image" Target="../media/image20.png"/><Relationship Id="rId1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10.png"/><Relationship Id="rId18" Type="http://schemas.openxmlformats.org/officeDocument/2006/relationships/image" Target="../media/image84.png"/><Relationship Id="rId3" Type="http://schemas.openxmlformats.org/officeDocument/2006/relationships/image" Target="../media/image6.png"/><Relationship Id="rId21" Type="http://schemas.openxmlformats.org/officeDocument/2006/relationships/image" Target="../media/image77.png"/><Relationship Id="rId7" Type="http://schemas.openxmlformats.org/officeDocument/2006/relationships/image" Target="../media/image81.png"/><Relationship Id="rId12" Type="http://schemas.openxmlformats.org/officeDocument/2006/relationships/image" Target="../media/image24.png"/><Relationship Id="rId17" Type="http://schemas.openxmlformats.org/officeDocument/2006/relationships/image" Target="../media/image83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82.png"/><Relationship Id="rId20" Type="http://schemas.microsoft.com/office/2007/relationships/hdphoto" Target="../media/hdphoto4.wd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11" Type="http://schemas.openxmlformats.org/officeDocument/2006/relationships/image" Target="../media/image57.png"/><Relationship Id="rId5" Type="http://schemas.openxmlformats.org/officeDocument/2006/relationships/image" Target="../media/image26.svg"/><Relationship Id="rId15" Type="http://schemas.openxmlformats.org/officeDocument/2006/relationships/image" Target="../media/image58.png"/><Relationship Id="rId10" Type="http://schemas.openxmlformats.org/officeDocument/2006/relationships/image" Target="../media/image22.png"/><Relationship Id="rId19" Type="http://schemas.openxmlformats.org/officeDocument/2006/relationships/image" Target="../media/image85.png"/><Relationship Id="rId4" Type="http://schemas.openxmlformats.org/officeDocument/2006/relationships/image" Target="../media/image12.png"/><Relationship Id="rId9" Type="http://schemas.openxmlformats.org/officeDocument/2006/relationships/image" Target="../media/image21.png"/><Relationship Id="rId1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13" Type="http://schemas.openxmlformats.org/officeDocument/2006/relationships/image" Target="../media/image21.png"/><Relationship Id="rId18" Type="http://schemas.openxmlformats.org/officeDocument/2006/relationships/image" Target="../media/image25.png"/><Relationship Id="rId3" Type="http://schemas.openxmlformats.org/officeDocument/2006/relationships/image" Target="../media/image6.png"/><Relationship Id="rId7" Type="http://schemas.openxmlformats.org/officeDocument/2006/relationships/image" Target="../media/image86.png"/><Relationship Id="rId12" Type="http://schemas.openxmlformats.org/officeDocument/2006/relationships/image" Target="../media/image20.png"/><Relationship Id="rId1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11" Type="http://schemas.openxmlformats.org/officeDocument/2006/relationships/image" Target="../media/image90.png"/><Relationship Id="rId5" Type="http://schemas.openxmlformats.org/officeDocument/2006/relationships/image" Target="../media/image26.svg"/><Relationship Id="rId15" Type="http://schemas.openxmlformats.org/officeDocument/2006/relationships/image" Target="../media/image57.png"/><Relationship Id="rId10" Type="http://schemas.openxmlformats.org/officeDocument/2006/relationships/image" Target="../media/image89.png"/><Relationship Id="rId19" Type="http://schemas.openxmlformats.org/officeDocument/2006/relationships/image" Target="../media/image58.png"/><Relationship Id="rId4" Type="http://schemas.openxmlformats.org/officeDocument/2006/relationships/image" Target="../media/image12.png"/><Relationship Id="rId9" Type="http://schemas.openxmlformats.org/officeDocument/2006/relationships/image" Target="../media/image88.png"/><Relationship Id="rId1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62.png"/><Relationship Id="rId18" Type="http://schemas.openxmlformats.org/officeDocument/2006/relationships/image" Target="../media/image21.png"/><Relationship Id="rId3" Type="http://schemas.openxmlformats.org/officeDocument/2006/relationships/image" Target="../media/image12.png"/><Relationship Id="rId21" Type="http://schemas.openxmlformats.org/officeDocument/2006/relationships/image" Target="../media/image24.png"/><Relationship Id="rId7" Type="http://schemas.openxmlformats.org/officeDocument/2006/relationships/image" Target="../media/image91.png"/><Relationship Id="rId12" Type="http://schemas.openxmlformats.org/officeDocument/2006/relationships/image" Target="../media/image37.png"/><Relationship Id="rId17" Type="http://schemas.openxmlformats.org/officeDocument/2006/relationships/image" Target="../media/image20.png"/><Relationship Id="rId2" Type="http://schemas.openxmlformats.org/officeDocument/2006/relationships/image" Target="../media/image6.png"/><Relationship Id="rId16" Type="http://schemas.openxmlformats.org/officeDocument/2006/relationships/image" Target="../media/image94.png"/><Relationship Id="rId20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6.png"/><Relationship Id="rId24" Type="http://schemas.openxmlformats.org/officeDocument/2006/relationships/image" Target="../media/image58.png"/><Relationship Id="rId5" Type="http://schemas.openxmlformats.org/officeDocument/2006/relationships/image" Target="../media/image31.png"/><Relationship Id="rId15" Type="http://schemas.openxmlformats.org/officeDocument/2006/relationships/image" Target="../media/image93.png"/><Relationship Id="rId23" Type="http://schemas.openxmlformats.org/officeDocument/2006/relationships/image" Target="../media/image10.png"/><Relationship Id="rId10" Type="http://schemas.openxmlformats.org/officeDocument/2006/relationships/image" Target="../media/image35.png"/><Relationship Id="rId19" Type="http://schemas.openxmlformats.org/officeDocument/2006/relationships/image" Target="../media/image22.png"/><Relationship Id="rId4" Type="http://schemas.openxmlformats.org/officeDocument/2006/relationships/image" Target="../media/image26.svg"/><Relationship Id="rId9" Type="http://schemas.openxmlformats.org/officeDocument/2006/relationships/image" Target="../media/image34.png"/><Relationship Id="rId14" Type="http://schemas.openxmlformats.org/officeDocument/2006/relationships/image" Target="../media/image92.png"/><Relationship Id="rId22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95.png"/><Relationship Id="rId3" Type="http://schemas.openxmlformats.org/officeDocument/2006/relationships/image" Target="../media/image12.png"/><Relationship Id="rId7" Type="http://schemas.openxmlformats.org/officeDocument/2006/relationships/image" Target="../media/image22.png"/><Relationship Id="rId12" Type="http://schemas.openxmlformats.org/officeDocument/2006/relationships/image" Target="../media/image5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5.png"/><Relationship Id="rId5" Type="http://schemas.openxmlformats.org/officeDocument/2006/relationships/image" Target="../media/image20.png"/><Relationship Id="rId15" Type="http://schemas.openxmlformats.org/officeDocument/2006/relationships/image" Target="../media/image97.png"/><Relationship Id="rId10" Type="http://schemas.openxmlformats.org/officeDocument/2006/relationships/image" Target="../media/image10.png"/><Relationship Id="rId4" Type="http://schemas.openxmlformats.org/officeDocument/2006/relationships/image" Target="../media/image26.svg"/><Relationship Id="rId9" Type="http://schemas.openxmlformats.org/officeDocument/2006/relationships/image" Target="../media/image24.png"/><Relationship Id="rId14" Type="http://schemas.openxmlformats.org/officeDocument/2006/relationships/image" Target="../media/image9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58.png"/><Relationship Id="rId3" Type="http://schemas.openxmlformats.org/officeDocument/2006/relationships/image" Target="../media/image12.png"/><Relationship Id="rId7" Type="http://schemas.openxmlformats.org/officeDocument/2006/relationships/image" Target="../media/image21.png"/><Relationship Id="rId12" Type="http://schemas.openxmlformats.org/officeDocument/2006/relationships/image" Target="../media/image2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10.png"/><Relationship Id="rId5" Type="http://schemas.openxmlformats.org/officeDocument/2006/relationships/image" Target="../media/image95.png"/><Relationship Id="rId15" Type="http://schemas.openxmlformats.org/officeDocument/2006/relationships/image" Target="../media/image99.png"/><Relationship Id="rId10" Type="http://schemas.openxmlformats.org/officeDocument/2006/relationships/image" Target="../media/image24.png"/><Relationship Id="rId4" Type="http://schemas.openxmlformats.org/officeDocument/2006/relationships/image" Target="../media/image26.svg"/><Relationship Id="rId9" Type="http://schemas.openxmlformats.org/officeDocument/2006/relationships/image" Target="../media/image57.png"/><Relationship Id="rId14" Type="http://schemas.openxmlformats.org/officeDocument/2006/relationships/image" Target="../media/image9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58.png"/><Relationship Id="rId3" Type="http://schemas.openxmlformats.org/officeDocument/2006/relationships/image" Target="../media/image12.png"/><Relationship Id="rId7" Type="http://schemas.openxmlformats.org/officeDocument/2006/relationships/image" Target="../media/image21.png"/><Relationship Id="rId12" Type="http://schemas.openxmlformats.org/officeDocument/2006/relationships/image" Target="../media/image2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10.png"/><Relationship Id="rId5" Type="http://schemas.openxmlformats.org/officeDocument/2006/relationships/image" Target="../media/image95.png"/><Relationship Id="rId10" Type="http://schemas.openxmlformats.org/officeDocument/2006/relationships/image" Target="../media/image24.png"/><Relationship Id="rId4" Type="http://schemas.openxmlformats.org/officeDocument/2006/relationships/image" Target="../media/image26.svg"/><Relationship Id="rId9" Type="http://schemas.openxmlformats.org/officeDocument/2006/relationships/image" Target="../media/image57.png"/><Relationship Id="rId14" Type="http://schemas.openxmlformats.org/officeDocument/2006/relationships/image" Target="../media/image100.png"/></Relationships>
</file>

<file path=ppt/slides/_rels/slide21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13" Type="http://schemas.openxmlformats.org/officeDocument/2006/relationships/image" Target="../media/image22.png"/><Relationship Id="rId18" Type="http://schemas.openxmlformats.org/officeDocument/2006/relationships/image" Target="../media/image58.png"/><Relationship Id="rId3" Type="http://schemas.openxmlformats.org/officeDocument/2006/relationships/image" Target="../media/image101.png"/><Relationship Id="rId7" Type="http://schemas.openxmlformats.org/officeDocument/2006/relationships/image" Target="../media/image104.png"/><Relationship Id="rId12" Type="http://schemas.openxmlformats.org/officeDocument/2006/relationships/image" Target="../media/image21.png"/><Relationship Id="rId17" Type="http://schemas.openxmlformats.org/officeDocument/2006/relationships/image" Target="../media/image25.png"/><Relationship Id="rId2" Type="http://schemas.openxmlformats.org/officeDocument/2006/relationships/image" Target="../media/image6.png"/><Relationship Id="rId16" Type="http://schemas.openxmlformats.org/officeDocument/2006/relationships/image" Target="../media/image10.png"/><Relationship Id="rId20" Type="http://schemas.openxmlformats.org/officeDocument/2006/relationships/image" Target="../media/image26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11" Type="http://schemas.openxmlformats.org/officeDocument/2006/relationships/image" Target="../media/image20.png"/><Relationship Id="rId5" Type="http://schemas.openxmlformats.org/officeDocument/2006/relationships/image" Target="../media/image102.png"/><Relationship Id="rId15" Type="http://schemas.openxmlformats.org/officeDocument/2006/relationships/image" Target="../media/image24.png"/><Relationship Id="rId10" Type="http://schemas.openxmlformats.org/officeDocument/2006/relationships/image" Target="../media/image105.png"/><Relationship Id="rId19" Type="http://schemas.openxmlformats.org/officeDocument/2006/relationships/image" Target="../media/image12.png"/><Relationship Id="rId4" Type="http://schemas.openxmlformats.org/officeDocument/2006/relationships/image" Target="../media/image100.png"/><Relationship Id="rId9" Type="http://schemas.openxmlformats.org/officeDocument/2006/relationships/image" Target="../media/image95.png"/><Relationship Id="rId14" Type="http://schemas.openxmlformats.org/officeDocument/2006/relationships/image" Target="../media/image5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10.png"/><Relationship Id="rId18" Type="http://schemas.openxmlformats.org/officeDocument/2006/relationships/image" Target="../media/image109.png"/><Relationship Id="rId3" Type="http://schemas.openxmlformats.org/officeDocument/2006/relationships/image" Target="../media/image6.png"/><Relationship Id="rId21" Type="http://schemas.openxmlformats.org/officeDocument/2006/relationships/image" Target="../media/image112.png"/><Relationship Id="rId7" Type="http://schemas.openxmlformats.org/officeDocument/2006/relationships/image" Target="../media/image106.png"/><Relationship Id="rId12" Type="http://schemas.openxmlformats.org/officeDocument/2006/relationships/image" Target="../media/image24.png"/><Relationship Id="rId17" Type="http://schemas.openxmlformats.org/officeDocument/2006/relationships/image" Target="../media/image108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07.png"/><Relationship Id="rId20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11" Type="http://schemas.openxmlformats.org/officeDocument/2006/relationships/image" Target="../media/image57.png"/><Relationship Id="rId5" Type="http://schemas.openxmlformats.org/officeDocument/2006/relationships/image" Target="../media/image12.png"/><Relationship Id="rId15" Type="http://schemas.openxmlformats.org/officeDocument/2006/relationships/image" Target="../media/image58.png"/><Relationship Id="rId10" Type="http://schemas.openxmlformats.org/officeDocument/2006/relationships/image" Target="../media/image22.png"/><Relationship Id="rId19" Type="http://schemas.openxmlformats.org/officeDocument/2006/relationships/image" Target="../media/image110.png"/><Relationship Id="rId4" Type="http://schemas.openxmlformats.org/officeDocument/2006/relationships/image" Target="../media/image4.png"/><Relationship Id="rId9" Type="http://schemas.openxmlformats.org/officeDocument/2006/relationships/image" Target="../media/image21.png"/><Relationship Id="rId1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14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3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A3CDE9-0819-BE1F-5C8D-37A45893C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 descr="Immagine che contiene schermata, smartphone&#10;&#10;Il contenuto generato dall'IA potrebbe non essere corretto.">
            <a:extLst>
              <a:ext uri="{FF2B5EF4-FFF2-40B4-BE49-F238E27FC236}">
                <a16:creationId xmlns:a16="http://schemas.microsoft.com/office/drawing/2014/main" id="{748070CA-A9C0-70E4-A24D-746718ECFE3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8148" y="1122904"/>
            <a:ext cx="2635703" cy="4904136"/>
          </a:xfrm>
          <a:prstGeom prst="rect">
            <a:avLst/>
          </a:prstGeom>
        </p:spPr>
      </p:pic>
      <p:pic>
        <p:nvPicPr>
          <p:cNvPr id="5" name="Immagine 4" descr="Immagine che contiene Elementi grafici, grafica, logo, creatività&#10;&#10;Il contenuto generato dall'IA potrebbe non essere corretto.">
            <a:extLst>
              <a:ext uri="{FF2B5EF4-FFF2-40B4-BE49-F238E27FC236}">
                <a16:creationId xmlns:a16="http://schemas.microsoft.com/office/drawing/2014/main" id="{8D283DB8-D36E-56FA-F53B-BDB57D9D6C4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6093" y="2649559"/>
            <a:ext cx="999811" cy="999811"/>
          </a:xfrm>
          <a:prstGeom prst="rect">
            <a:avLst/>
          </a:prstGeom>
        </p:spPr>
      </p:pic>
      <p:pic>
        <p:nvPicPr>
          <p:cNvPr id="9" name="Immagine 8" descr="Immagine che contiene schermata, smartphone&#10;&#10;Il contenuto generato dall'IA potrebbe non essere corretto.">
            <a:extLst>
              <a:ext uri="{FF2B5EF4-FFF2-40B4-BE49-F238E27FC236}">
                <a16:creationId xmlns:a16="http://schemas.microsoft.com/office/drawing/2014/main" id="{5B534029-404B-E3DB-EDA9-060E6028F30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8146" y="1110194"/>
            <a:ext cx="2635703" cy="4916846"/>
          </a:xfrm>
          <a:prstGeom prst="rect">
            <a:avLst/>
          </a:prstGeom>
        </p:spPr>
      </p:pic>
      <p:pic>
        <p:nvPicPr>
          <p:cNvPr id="2" name="Immagine 1" descr="Università di Pisa - APRE">
            <a:extLst>
              <a:ext uri="{FF2B5EF4-FFF2-40B4-BE49-F238E27FC236}">
                <a16:creationId xmlns:a16="http://schemas.microsoft.com/office/drawing/2014/main" id="{01FA2C34-BCDB-4E43-0B0B-E107E6095B5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6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5042"/>
                    </a14:imgEffect>
                    <a14:imgEffect>
                      <a14:saturation sat="166000"/>
                    </a14:imgEffect>
                    <a14:imgEffect>
                      <a14:brightnessContrast bright="-3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31780" y="6035040"/>
            <a:ext cx="1624138" cy="8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2884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C1CA23-F174-CE9E-A226-D8C3CEE8C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5CBDDE16-29E4-B894-740F-7F7C7F21E3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6705363" y="2498352"/>
            <a:ext cx="4595752" cy="2296934"/>
          </a:xfrm>
          <a:prstGeom prst="roundRect">
            <a:avLst>
              <a:gd name="adj" fmla="val 0"/>
            </a:avLst>
          </a:prstGeom>
          <a:blipFill>
            <a:blip r:embed="rId3">
              <a:alphaModFix amt="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6" name="Immagine 5" descr="Immagine che contiene schermata, smartphone&#10;&#10;Il contenuto generato dall'IA potrebbe non essere corretto.">
            <a:extLst>
              <a:ext uri="{FF2B5EF4-FFF2-40B4-BE49-F238E27FC236}">
                <a16:creationId xmlns:a16="http://schemas.microsoft.com/office/drawing/2014/main" id="{34203367-DED4-0176-FE7D-775A68595D4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4635" y="1193242"/>
            <a:ext cx="2635703" cy="4904136"/>
          </a:xfrm>
          <a:prstGeom prst="rect">
            <a:avLst/>
          </a:prstGeom>
        </p:spPr>
      </p:pic>
      <p:pic>
        <p:nvPicPr>
          <p:cNvPr id="5" name="Immagine 4" descr="Immagine che contiene Elementi grafici, grafica, logo, creatività&#10;&#10;Il contenuto generato dall'IA potrebbe non essere corretto.">
            <a:extLst>
              <a:ext uri="{FF2B5EF4-FFF2-40B4-BE49-F238E27FC236}">
                <a16:creationId xmlns:a16="http://schemas.microsoft.com/office/drawing/2014/main" id="{D9AE6A85-9F35-27FA-F75C-5D91E2DC157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2580" y="2758049"/>
            <a:ext cx="999811" cy="999811"/>
          </a:xfrm>
          <a:prstGeom prst="rect">
            <a:avLst/>
          </a:prstGeom>
        </p:spPr>
      </p:pic>
      <p:pic>
        <p:nvPicPr>
          <p:cNvPr id="2" name="Immagine 1" descr="Immagine che contiene schermata, smartphone&#10;&#10;Il contenuto generato dall'IA potrebbe non essere corretto.">
            <a:extLst>
              <a:ext uri="{FF2B5EF4-FFF2-40B4-BE49-F238E27FC236}">
                <a16:creationId xmlns:a16="http://schemas.microsoft.com/office/drawing/2014/main" id="{96F8AFAE-F2B9-42C0-7473-ACAB51104BE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4633" y="1193242"/>
            <a:ext cx="2635704" cy="4916848"/>
          </a:xfrm>
          <a:prstGeom prst="rect">
            <a:avLst/>
          </a:prstGeom>
        </p:spPr>
      </p:pic>
      <p:pic>
        <p:nvPicPr>
          <p:cNvPr id="4" name="Immagine 3" descr="Università di Pisa - APRE">
            <a:extLst>
              <a:ext uri="{FF2B5EF4-FFF2-40B4-BE49-F238E27FC236}">
                <a16:creationId xmlns:a16="http://schemas.microsoft.com/office/drawing/2014/main" id="{8D976870-5EA1-F539-60C3-2B60BD0BF9E0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7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5042"/>
                    </a14:imgEffect>
                    <a14:imgEffect>
                      <a14:saturation sat="166000"/>
                    </a14:imgEffect>
                    <a14:imgEffect>
                      <a14:brightnessContrast bright="-3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31780" y="6035040"/>
            <a:ext cx="1624138" cy="822960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D97F5C7A-6048-39DB-2F48-E1D308A0446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48970" y="316079"/>
            <a:ext cx="58895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>
                <a:ln w="0"/>
                <a:solidFill>
                  <a:srgbClr val="00255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 ExtraBold" panose="020F05020202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NeuroVibe: Real-Time EEG Aesthetic Analysis - Mobile vs Edge</a:t>
            </a:r>
            <a:endParaRPr lang="it-IT" sz="3600">
              <a:ln w="0"/>
              <a:solidFill>
                <a:srgbClr val="00255E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 ExtraBold" panose="020F0502020204030204" pitchFamily="34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1801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B0913A-E5EC-E3CB-713E-63966BDD4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magine 12" descr="Immagine che contiene schermata, smartphone&#10;&#10;Il contenuto generato dall'IA potrebbe non essere corretto.">
            <a:extLst>
              <a:ext uri="{FF2B5EF4-FFF2-40B4-BE49-F238E27FC236}">
                <a16:creationId xmlns:a16="http://schemas.microsoft.com/office/drawing/2014/main" id="{B947A942-D3FE-1002-D2AD-00F0636A0FB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358930" y="-1344172"/>
            <a:ext cx="5248340" cy="9765353"/>
          </a:xfrm>
          <a:prstGeom prst="rect">
            <a:avLst/>
          </a:prstGeom>
        </p:spPr>
      </p:pic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88DB1F87-8F2A-5646-C654-D13A19E6CB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36212" y="1237848"/>
            <a:ext cx="9250195" cy="4623202"/>
          </a:xfrm>
          <a:prstGeom prst="roundRect">
            <a:avLst>
              <a:gd name="adj" fmla="val 0"/>
            </a:avLst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7" name="Immagine 6" descr="Immagine che contiene schermata, smartphone&#10;&#10;Il contenuto generato dall'IA potrebbe non essere corretto.">
            <a:extLst>
              <a:ext uri="{FF2B5EF4-FFF2-40B4-BE49-F238E27FC236}">
                <a16:creationId xmlns:a16="http://schemas.microsoft.com/office/drawing/2014/main" id="{EE70A99E-3796-14D5-3133-89543EE1873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336287" y="-1334939"/>
            <a:ext cx="5248339" cy="9790662"/>
          </a:xfrm>
          <a:prstGeom prst="rect">
            <a:avLst/>
          </a:prstGeom>
        </p:spPr>
      </p:pic>
      <p:pic>
        <p:nvPicPr>
          <p:cNvPr id="2" name="Immagine 1" descr="Università di Pisa - APRE">
            <a:extLst>
              <a:ext uri="{FF2B5EF4-FFF2-40B4-BE49-F238E27FC236}">
                <a16:creationId xmlns:a16="http://schemas.microsoft.com/office/drawing/2014/main" id="{ACD86708-3A42-C164-DA6A-6D5A6789E57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6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5042"/>
                    </a14:imgEffect>
                    <a14:imgEffect>
                      <a14:saturation sat="166000"/>
                    </a14:imgEffect>
                    <a14:imgEffect>
                      <a14:brightnessContrast bright="-3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31780" y="6035040"/>
            <a:ext cx="1624138" cy="822960"/>
          </a:xfrm>
          <a:prstGeom prst="rect">
            <a:avLst/>
          </a:prstGeom>
        </p:spPr>
      </p:pic>
      <p:pic>
        <p:nvPicPr>
          <p:cNvPr id="4" name="Immagine 3" descr="Immagine che contiene schermata, Carattere, Blu elettrico, numero&#10;&#10;Il contenuto generato dall'IA potrebbe non essere corretto.">
            <a:extLst>
              <a:ext uri="{FF2B5EF4-FFF2-40B4-BE49-F238E27FC236}">
                <a16:creationId xmlns:a16="http://schemas.microsoft.com/office/drawing/2014/main" id="{A5F1F71F-AB87-BA10-FD8F-B2F53878202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4018" y="2122347"/>
            <a:ext cx="532972" cy="532972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3F96D4A1-9A11-33E6-8A5A-4548C27700E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156678" y="1453197"/>
            <a:ext cx="3600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err="1">
                <a:solidFill>
                  <a:srgbClr val="00255E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Our</a:t>
            </a:r>
            <a:r>
              <a:rPr lang="it-IT" sz="2400" b="1">
                <a:solidFill>
                  <a:srgbClr val="00255E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 team  -  404 </a:t>
            </a:r>
            <a:r>
              <a:rPr lang="it-IT" sz="2400" b="1" err="1">
                <a:solidFill>
                  <a:srgbClr val="00255E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Found</a:t>
            </a:r>
            <a:endParaRPr lang="it-IT" sz="2400" b="1">
              <a:solidFill>
                <a:srgbClr val="00255E"/>
              </a:solidFill>
              <a:latin typeface="Abadi" panose="020B0604020104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6FB85224-6EAD-0AAC-B458-3706446CFB6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776990" y="2169042"/>
            <a:ext cx="246891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700" i="1">
                <a:solidFill>
                  <a:srgbClr val="00255E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«</a:t>
            </a:r>
            <a:r>
              <a:rPr lang="it-IT" sz="1700" i="1" err="1">
                <a:solidFill>
                  <a:srgbClr val="00255E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Error</a:t>
            </a:r>
            <a:r>
              <a:rPr lang="it-IT" sz="1700" i="1">
                <a:solidFill>
                  <a:srgbClr val="00255E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? Not </a:t>
            </a:r>
            <a:r>
              <a:rPr lang="it-IT" sz="1700" i="1" err="1">
                <a:solidFill>
                  <a:srgbClr val="00255E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this</a:t>
            </a:r>
            <a:r>
              <a:rPr lang="it-IT" sz="1700" i="1">
                <a:solidFill>
                  <a:srgbClr val="00255E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 time.»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DE42E9C-0E81-86D9-AB5A-764689E3BA4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244018" y="2822799"/>
            <a:ext cx="736108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>
                <a:solidFill>
                  <a:srgbClr val="00255E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We are a team of four CE/AIDE students passionate about neuroscience, engineering and technology.</a:t>
            </a:r>
          </a:p>
          <a:p>
            <a:r>
              <a:rPr lang="en-US" sz="1300">
                <a:solidFill>
                  <a:srgbClr val="00255E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Together, we developed NeuroVibe, an Android app that connects aesthetics and brainwaves.</a:t>
            </a:r>
            <a:endParaRPr lang="it-IT" sz="1300">
              <a:solidFill>
                <a:srgbClr val="00255E"/>
              </a:solidFill>
              <a:latin typeface="Abadi" panose="020B0604020104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6D05711-3F43-8EC2-F3AB-D9CE783CBB5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895682" y="3400741"/>
            <a:ext cx="38345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>
                <a:solidFill>
                  <a:srgbClr val="00255E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Team members</a:t>
            </a:r>
          </a:p>
        </p:txBody>
      </p:sp>
      <p:pic>
        <p:nvPicPr>
          <p:cNvPr id="15" name="Immagine 14" descr="Immagine che contiene Policromia, schermata, viola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88E756DD-5417-42D0-FBA9-C4FFAA6FB46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205" y="3861361"/>
            <a:ext cx="368027" cy="368027"/>
          </a:xfrm>
          <a:prstGeom prst="rect">
            <a:avLst/>
          </a:prstGeom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94EF5A0-BDE8-AB31-FAB6-CCBB19FD3D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068232" y="3906813"/>
            <a:ext cx="2951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>
                <a:solidFill>
                  <a:srgbClr val="00255E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Alex – Machine Learning Integration</a:t>
            </a:r>
          </a:p>
        </p:txBody>
      </p:sp>
      <p:pic>
        <p:nvPicPr>
          <p:cNvPr id="17" name="Immagine 16" descr="Immagine che contiene Policromia, schermata, viola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51BEC854-C6E4-E300-762A-426E5770480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7380" y="3865636"/>
            <a:ext cx="368027" cy="368027"/>
          </a:xfrm>
          <a:prstGeom prst="rect">
            <a:avLst/>
          </a:prstGeom>
        </p:spPr>
      </p:pic>
      <p:pic>
        <p:nvPicPr>
          <p:cNvPr id="18" name="Immagine 17" descr="Immagine che contiene Policromia, schermata, viola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4AEB5208-9679-1B29-5E83-4ED38AF47A1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205" y="4330489"/>
            <a:ext cx="368027" cy="368027"/>
          </a:xfrm>
          <a:prstGeom prst="rect">
            <a:avLst/>
          </a:prstGeom>
        </p:spPr>
      </p:pic>
      <p:pic>
        <p:nvPicPr>
          <p:cNvPr id="19" name="Immagine 18" descr="Immagine che contiene Policromia, schermata, viola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2FD6A18B-14EA-CD4E-A91E-D5AA8FD8409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7380" y="4346180"/>
            <a:ext cx="368027" cy="368027"/>
          </a:xfrm>
          <a:prstGeom prst="rect">
            <a:avLst/>
          </a:prstGeom>
        </p:spPr>
      </p:pic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CEC67387-D555-2AA8-E561-7250C8D41B4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080246" y="4376306"/>
            <a:ext cx="30157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>
                <a:solidFill>
                  <a:srgbClr val="00255E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Mirco – Edge Deployment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40F7EAAF-319A-2051-32DC-38F850EA3AB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669859" y="3895760"/>
            <a:ext cx="25224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>
                <a:solidFill>
                  <a:srgbClr val="00255E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Francesco – UI/UX Design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CA4BDAB7-8D12-3711-06E3-4362F50144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669859" y="4374057"/>
            <a:ext cx="25224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>
                <a:solidFill>
                  <a:srgbClr val="00255E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Valentina – Data Processing</a:t>
            </a:r>
          </a:p>
        </p:txBody>
      </p:sp>
      <p:pic>
        <p:nvPicPr>
          <p:cNvPr id="9" name="Immagine 8" descr="Immagine che contiene sedia, arte, design&#10;&#10;Il contenuto generato dall'IA potrebbe non essere corretto.">
            <a:extLst>
              <a:ext uri="{FF2B5EF4-FFF2-40B4-BE49-F238E27FC236}">
                <a16:creationId xmlns:a16="http://schemas.microsoft.com/office/drawing/2014/main" id="{377305E0-BD15-845B-7DEB-0F9DAD89188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046" y="1421895"/>
            <a:ext cx="532972" cy="532972"/>
          </a:xfrm>
          <a:prstGeom prst="rect">
            <a:avLst/>
          </a:prstGeom>
        </p:spPr>
      </p:pic>
      <p:pic>
        <p:nvPicPr>
          <p:cNvPr id="3" name="Immagine 2" descr="Immagine che contiene triangolo, simbolo, linea, stella&#10;&#10;Il contenuto generato dall'IA potrebbe non essere corretto.">
            <a:extLst>
              <a:ext uri="{FF2B5EF4-FFF2-40B4-BE49-F238E27FC236}">
                <a16:creationId xmlns:a16="http://schemas.microsoft.com/office/drawing/2014/main" id="{FFFA6A78-D61C-87F2-4D9C-87E1070104B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2181" y="5364162"/>
            <a:ext cx="277176" cy="277176"/>
          </a:xfrm>
          <a:prstGeom prst="rect">
            <a:avLst/>
          </a:prstGeom>
        </p:spPr>
      </p:pic>
      <p:pic>
        <p:nvPicPr>
          <p:cNvPr id="12" name="Immagine 11" descr="Immagine che contiene schermata, smartphone&#10;&#10;Il contenuto generato dall'IA potrebbe non essere corretto.">
            <a:extLst>
              <a:ext uri="{FF2B5EF4-FFF2-40B4-BE49-F238E27FC236}">
                <a16:creationId xmlns:a16="http://schemas.microsoft.com/office/drawing/2014/main" id="{F293D463-D91A-AD82-F4F1-9E6EEE6FDB6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360511" y="-1349508"/>
            <a:ext cx="5277475" cy="9790664"/>
          </a:xfrm>
          <a:prstGeom prst="rect">
            <a:avLst/>
          </a:prstGeom>
        </p:spPr>
      </p:pic>
      <p:pic>
        <p:nvPicPr>
          <p:cNvPr id="14" name="Immagine 13" descr="Immagine che contiene Elementi grafici, grafica, logo, creatività&#10;&#10;Il contenuto generato dall'IA potrebbe non essere corretto.">
            <a:extLst>
              <a:ext uri="{FF2B5EF4-FFF2-40B4-BE49-F238E27FC236}">
                <a16:creationId xmlns:a16="http://schemas.microsoft.com/office/drawing/2014/main" id="{36D7EFCA-853B-27B3-CF04-772C66CC2CE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 cstate="print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596807" y="2360536"/>
            <a:ext cx="1954221" cy="1948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4114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B7FDC5-32A8-163A-306D-FB3CACA61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06DC9B3F-8168-C3D4-2C3D-FE60B154C9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403816" y="-30480"/>
            <a:ext cx="14721840" cy="7315200"/>
          </a:xfrm>
          <a:prstGeom prst="roundRect">
            <a:avLst>
              <a:gd name="adj" fmla="val 0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" name="Immagine 2" descr="Immagine che contiene schermata, smartphone&#10;&#10;Il contenuto generato dall'IA potrebbe non essere corretto.">
            <a:extLst>
              <a:ext uri="{FF2B5EF4-FFF2-40B4-BE49-F238E27FC236}">
                <a16:creationId xmlns:a16="http://schemas.microsoft.com/office/drawing/2014/main" id="{805806FE-76E8-B79A-0A8A-C1D8625FCF4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781344" y="-4173971"/>
            <a:ext cx="8351519" cy="15579577"/>
          </a:xfrm>
          <a:prstGeom prst="rect">
            <a:avLst/>
          </a:prstGeom>
        </p:spPr>
      </p:pic>
      <p:pic>
        <p:nvPicPr>
          <p:cNvPr id="11" name="Elemento grafico 10">
            <a:extLst>
              <a:ext uri="{FF2B5EF4-FFF2-40B4-BE49-F238E27FC236}">
                <a16:creationId xmlns:a16="http://schemas.microsoft.com/office/drawing/2014/main" id="{1869FAB8-6E5D-A322-D261-6BC6BB187FE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55921" y="185195"/>
            <a:ext cx="896556" cy="896556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205BBE1-A33F-47EC-54BC-50DFF5A88CA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-1403816" y="312310"/>
            <a:ext cx="78360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000" b="1" err="1">
                <a:solidFill>
                  <a:srgbClr val="00255E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Introduction</a:t>
            </a:r>
            <a:endParaRPr lang="it-IT" sz="4000" b="1">
              <a:solidFill>
                <a:srgbClr val="00255E"/>
              </a:solidFill>
              <a:latin typeface="Abadi" panose="020B0604020104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CBAAD24-90DD-83C9-86D7-240FE26ACA4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77825" y="1828016"/>
            <a:ext cx="254370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600" b="1" noProof="0">
                <a:solidFill>
                  <a:srgbClr val="00255E"/>
                </a:solidFill>
                <a:latin typeface="Abadi" panose="020B0604020104020204" pitchFamily="34" charset="0"/>
              </a:rPr>
              <a:t>Main objectives</a:t>
            </a:r>
          </a:p>
        </p:txBody>
      </p:sp>
      <p:pic>
        <p:nvPicPr>
          <p:cNvPr id="7" name="Immagine 6" descr="Immagine che contiene cerchio, Elementi grafici, Policromia, creatività&#10;&#10;Il contenuto generato dall'IA potrebbe non essere corretto.">
            <a:extLst>
              <a:ext uri="{FF2B5EF4-FFF2-40B4-BE49-F238E27FC236}">
                <a16:creationId xmlns:a16="http://schemas.microsoft.com/office/drawing/2014/main" id="{FCDBE604-A340-DBCE-DD2D-3DBC75C4276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905" y="2387957"/>
            <a:ext cx="2752030" cy="2752030"/>
          </a:xfrm>
          <a:prstGeom prst="rect">
            <a:avLst/>
          </a:prstGeom>
        </p:spPr>
      </p:pic>
      <p:pic>
        <p:nvPicPr>
          <p:cNvPr id="6" name="Immagine 5" descr="Immagine che contiene simbolo, Elementi grafici, creatività, arte&#10;&#10;Il contenuto generato dall'IA potrebbe non essere corretto.">
            <a:extLst>
              <a:ext uri="{FF2B5EF4-FFF2-40B4-BE49-F238E27FC236}">
                <a16:creationId xmlns:a16="http://schemas.microsoft.com/office/drawing/2014/main" id="{0E479F63-67F1-9B6F-B973-CFB97CC8687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186" y="1913829"/>
            <a:ext cx="498766" cy="498766"/>
          </a:xfrm>
          <a:prstGeom prst="rect">
            <a:avLst/>
          </a:prstGeom>
        </p:spPr>
      </p:pic>
      <p:sp>
        <p:nvSpPr>
          <p:cNvPr id="9" name="Ovale 8">
            <a:extLst>
              <a:ext uri="{FF2B5EF4-FFF2-40B4-BE49-F238E27FC236}">
                <a16:creationId xmlns:a16="http://schemas.microsoft.com/office/drawing/2014/main" id="{D12B896B-44BD-1CE8-CC2B-B03982B601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605663" y="1777736"/>
            <a:ext cx="768860" cy="769441"/>
          </a:xfrm>
          <a:prstGeom prst="ellipse">
            <a:avLst/>
          </a:prstGeom>
          <a:noFill/>
          <a:ln w="57150">
            <a:solidFill>
              <a:srgbClr val="381EA3"/>
            </a:solidFill>
            <a:prstDash val="dash"/>
            <a:extLst>
              <a:ext uri="{C807C97D-BFC1-408E-A445-0C87EB9F89A2}">
                <ask:lineSketchStyleProps xmlns:ask="http://schemas.microsoft.com/office/drawing/2018/sketchyshapes" sd="4266498984">
                  <a:custGeom>
                    <a:avLst/>
                    <a:gdLst>
                      <a:gd name="connsiteX0" fmla="*/ 0 w 914400"/>
                      <a:gd name="connsiteY0" fmla="*/ 457200 h 914400"/>
                      <a:gd name="connsiteX1" fmla="*/ 457200 w 914400"/>
                      <a:gd name="connsiteY1" fmla="*/ 0 h 914400"/>
                      <a:gd name="connsiteX2" fmla="*/ 914400 w 914400"/>
                      <a:gd name="connsiteY2" fmla="*/ 457200 h 914400"/>
                      <a:gd name="connsiteX3" fmla="*/ 457200 w 914400"/>
                      <a:gd name="connsiteY3" fmla="*/ 914400 h 914400"/>
                      <a:gd name="connsiteX4" fmla="*/ 0 w 914400"/>
                      <a:gd name="connsiteY4" fmla="*/ 457200 h 9144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14400" h="914400" extrusionOk="0">
                        <a:moveTo>
                          <a:pt x="0" y="457200"/>
                        </a:moveTo>
                        <a:cubicBezTo>
                          <a:pt x="5561" y="162864"/>
                          <a:pt x="229366" y="19873"/>
                          <a:pt x="457200" y="0"/>
                        </a:cubicBezTo>
                        <a:cubicBezTo>
                          <a:pt x="696159" y="-5122"/>
                          <a:pt x="930243" y="149144"/>
                          <a:pt x="914400" y="457200"/>
                        </a:cubicBezTo>
                        <a:cubicBezTo>
                          <a:pt x="933183" y="697290"/>
                          <a:pt x="690237" y="964007"/>
                          <a:pt x="457200" y="914400"/>
                        </a:cubicBezTo>
                        <a:cubicBezTo>
                          <a:pt x="192988" y="952849"/>
                          <a:pt x="26043" y="686798"/>
                          <a:pt x="0" y="45720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F67F58D5-5870-6241-CF26-CA660213AC2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767480" y="1820369"/>
            <a:ext cx="51664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noProof="0">
                <a:solidFill>
                  <a:srgbClr val="00255E"/>
                </a:solidFill>
                <a:latin typeface="Abadi" panose="020B0604020104020204" pitchFamily="34" charset="0"/>
              </a:rPr>
              <a:t>Understand the link between aesthetics</a:t>
            </a:r>
          </a:p>
          <a:p>
            <a:r>
              <a:rPr lang="en-US" sz="2000" noProof="0">
                <a:solidFill>
                  <a:srgbClr val="00255E"/>
                </a:solidFill>
                <a:latin typeface="Abadi" panose="020B0604020104020204" pitchFamily="34" charset="0"/>
              </a:rPr>
              <a:t>and brain activity</a:t>
            </a:r>
            <a:endParaRPr lang="en-GB" sz="2000" noProof="0">
              <a:solidFill>
                <a:srgbClr val="00255E"/>
              </a:solidFill>
              <a:latin typeface="Abadi" panose="020B0604020104020204" pitchFamily="34" charset="0"/>
            </a:endParaRP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E53F48FC-8791-D4E3-ED45-E96536672BD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767479" y="3136940"/>
            <a:ext cx="5166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noProof="0">
                <a:solidFill>
                  <a:srgbClr val="00255E"/>
                </a:solidFill>
                <a:latin typeface="Abadi" panose="020B0604020104020204" pitchFamily="34" charset="0"/>
              </a:rPr>
              <a:t>Compare 2 architectures: mobile vs edge</a:t>
            </a:r>
          </a:p>
        </p:txBody>
      </p:sp>
      <p:pic>
        <p:nvPicPr>
          <p:cNvPr id="16" name="Immagine 15" descr="Immagine che contiene schermata, Policromia, Blu elettrico, smartphone&#10;&#10;Il contenuto generato dall'IA potrebbe non essere corretto.">
            <a:extLst>
              <a:ext uri="{FF2B5EF4-FFF2-40B4-BE49-F238E27FC236}">
                <a16:creationId xmlns:a16="http://schemas.microsoft.com/office/drawing/2014/main" id="{98F5BAC2-74A0-960F-1D48-B5EBC4FB11A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2434" y="3067869"/>
            <a:ext cx="514609" cy="514609"/>
          </a:xfrm>
          <a:prstGeom prst="rect">
            <a:avLst/>
          </a:prstGeom>
        </p:spPr>
      </p:pic>
      <p:sp>
        <p:nvSpPr>
          <p:cNvPr id="17" name="Ovale 16">
            <a:extLst>
              <a:ext uri="{FF2B5EF4-FFF2-40B4-BE49-F238E27FC236}">
                <a16:creationId xmlns:a16="http://schemas.microsoft.com/office/drawing/2014/main" id="{724287DF-9346-CF23-4457-66687099C1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645931" y="2952275"/>
            <a:ext cx="768860" cy="769441"/>
          </a:xfrm>
          <a:prstGeom prst="ellipse">
            <a:avLst/>
          </a:prstGeom>
          <a:noFill/>
          <a:ln w="57150">
            <a:solidFill>
              <a:srgbClr val="381EA3"/>
            </a:solidFill>
            <a:prstDash val="dash"/>
            <a:extLst>
              <a:ext uri="{C807C97D-BFC1-408E-A445-0C87EB9F89A2}">
                <ask:lineSketchStyleProps xmlns:ask="http://schemas.microsoft.com/office/drawing/2018/sketchyshapes" sd="4266498984">
                  <a:custGeom>
                    <a:avLst/>
                    <a:gdLst>
                      <a:gd name="connsiteX0" fmla="*/ 0 w 914400"/>
                      <a:gd name="connsiteY0" fmla="*/ 457200 h 914400"/>
                      <a:gd name="connsiteX1" fmla="*/ 457200 w 914400"/>
                      <a:gd name="connsiteY1" fmla="*/ 0 h 914400"/>
                      <a:gd name="connsiteX2" fmla="*/ 914400 w 914400"/>
                      <a:gd name="connsiteY2" fmla="*/ 457200 h 914400"/>
                      <a:gd name="connsiteX3" fmla="*/ 457200 w 914400"/>
                      <a:gd name="connsiteY3" fmla="*/ 914400 h 914400"/>
                      <a:gd name="connsiteX4" fmla="*/ 0 w 914400"/>
                      <a:gd name="connsiteY4" fmla="*/ 457200 h 9144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14400" h="914400" extrusionOk="0">
                        <a:moveTo>
                          <a:pt x="0" y="457200"/>
                        </a:moveTo>
                        <a:cubicBezTo>
                          <a:pt x="5561" y="162864"/>
                          <a:pt x="229366" y="19873"/>
                          <a:pt x="457200" y="0"/>
                        </a:cubicBezTo>
                        <a:cubicBezTo>
                          <a:pt x="696159" y="-5122"/>
                          <a:pt x="930243" y="149144"/>
                          <a:pt x="914400" y="457200"/>
                        </a:cubicBezTo>
                        <a:cubicBezTo>
                          <a:pt x="933183" y="697290"/>
                          <a:pt x="690237" y="964007"/>
                          <a:pt x="457200" y="914400"/>
                        </a:cubicBezTo>
                        <a:cubicBezTo>
                          <a:pt x="192988" y="952849"/>
                          <a:pt x="26043" y="686798"/>
                          <a:pt x="0" y="45720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859B7A6A-3B50-A9A5-F28A-E5052FE283B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767479" y="4416789"/>
            <a:ext cx="5166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noProof="0">
                <a:solidFill>
                  <a:srgbClr val="00255E"/>
                </a:solidFill>
                <a:latin typeface="Abadi" panose="020B0604020104020204" pitchFamily="34" charset="0"/>
              </a:rPr>
              <a:t>Implement real-time EEG signal processing</a:t>
            </a:r>
            <a:endParaRPr lang="en-GB" sz="2000" noProof="0">
              <a:solidFill>
                <a:srgbClr val="00255E"/>
              </a:solidFill>
              <a:latin typeface="Abadi" panose="020B0604020104020204" pitchFamily="34" charset="0"/>
            </a:endParaRPr>
          </a:p>
        </p:txBody>
      </p:sp>
      <p:pic>
        <p:nvPicPr>
          <p:cNvPr id="20" name="Immagine 19" descr="Immagine che contiene Elementi grafici, Carattere, design&#10;&#10;Il contenuto generato dall'IA potrebbe non essere corretto.">
            <a:extLst>
              <a:ext uri="{FF2B5EF4-FFF2-40B4-BE49-F238E27FC236}">
                <a16:creationId xmlns:a16="http://schemas.microsoft.com/office/drawing/2014/main" id="{548714E7-4668-C7C5-D3E6-D1E66A20C1B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1367" y="4305696"/>
            <a:ext cx="683484" cy="683484"/>
          </a:xfrm>
          <a:prstGeom prst="rect">
            <a:avLst/>
          </a:prstGeom>
        </p:spPr>
      </p:pic>
      <p:sp>
        <p:nvSpPr>
          <p:cNvPr id="21" name="Ovale 20">
            <a:extLst>
              <a:ext uri="{FF2B5EF4-FFF2-40B4-BE49-F238E27FC236}">
                <a16:creationId xmlns:a16="http://schemas.microsoft.com/office/drawing/2014/main" id="{350C5A1C-83BD-52DE-6B64-3229F05123A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678679" y="4249095"/>
            <a:ext cx="768860" cy="769441"/>
          </a:xfrm>
          <a:prstGeom prst="ellipse">
            <a:avLst/>
          </a:prstGeom>
          <a:noFill/>
          <a:ln w="57150">
            <a:solidFill>
              <a:srgbClr val="381EA3"/>
            </a:solidFill>
            <a:prstDash val="dash"/>
            <a:extLst>
              <a:ext uri="{C807C97D-BFC1-408E-A445-0C87EB9F89A2}">
                <ask:lineSketchStyleProps xmlns:ask="http://schemas.microsoft.com/office/drawing/2018/sketchyshapes" sd="4266498984">
                  <a:custGeom>
                    <a:avLst/>
                    <a:gdLst>
                      <a:gd name="connsiteX0" fmla="*/ 0 w 914400"/>
                      <a:gd name="connsiteY0" fmla="*/ 457200 h 914400"/>
                      <a:gd name="connsiteX1" fmla="*/ 457200 w 914400"/>
                      <a:gd name="connsiteY1" fmla="*/ 0 h 914400"/>
                      <a:gd name="connsiteX2" fmla="*/ 914400 w 914400"/>
                      <a:gd name="connsiteY2" fmla="*/ 457200 h 914400"/>
                      <a:gd name="connsiteX3" fmla="*/ 457200 w 914400"/>
                      <a:gd name="connsiteY3" fmla="*/ 914400 h 914400"/>
                      <a:gd name="connsiteX4" fmla="*/ 0 w 914400"/>
                      <a:gd name="connsiteY4" fmla="*/ 457200 h 9144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14400" h="914400" extrusionOk="0">
                        <a:moveTo>
                          <a:pt x="0" y="457200"/>
                        </a:moveTo>
                        <a:cubicBezTo>
                          <a:pt x="5561" y="162864"/>
                          <a:pt x="229366" y="19873"/>
                          <a:pt x="457200" y="0"/>
                        </a:cubicBezTo>
                        <a:cubicBezTo>
                          <a:pt x="696159" y="-5122"/>
                          <a:pt x="930243" y="149144"/>
                          <a:pt x="914400" y="457200"/>
                        </a:cubicBezTo>
                        <a:cubicBezTo>
                          <a:pt x="933183" y="697290"/>
                          <a:pt x="690237" y="964007"/>
                          <a:pt x="457200" y="914400"/>
                        </a:cubicBezTo>
                        <a:cubicBezTo>
                          <a:pt x="192988" y="952849"/>
                          <a:pt x="26043" y="686798"/>
                          <a:pt x="0" y="45720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9A10D149-858F-B6C1-7539-AB8CF6FA373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767478" y="5696638"/>
            <a:ext cx="5166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noProof="0">
                <a:solidFill>
                  <a:srgbClr val="00255E"/>
                </a:solidFill>
                <a:latin typeface="Abadi" panose="020B0604020104020204" pitchFamily="34" charset="0"/>
              </a:rPr>
              <a:t>Integrate and test an ML model on-device</a:t>
            </a:r>
            <a:endParaRPr lang="en-GB" sz="2000" noProof="0">
              <a:solidFill>
                <a:srgbClr val="00255E"/>
              </a:solidFill>
              <a:latin typeface="Abadi" panose="020B0604020104020204" pitchFamily="34" charset="0"/>
            </a:endParaRPr>
          </a:p>
        </p:txBody>
      </p:sp>
      <p:pic>
        <p:nvPicPr>
          <p:cNvPr id="24" name="Immagine 23" descr="Immagine che contiene cerchio, Policromia, arte&#10;&#10;Il contenuto generato dall'IA potrebbe non essere corretto.">
            <a:extLst>
              <a:ext uri="{FF2B5EF4-FFF2-40B4-BE49-F238E27FC236}">
                <a16:creationId xmlns:a16="http://schemas.microsoft.com/office/drawing/2014/main" id="{FF78648C-92C6-6F7F-F881-C0052DFD4AD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7789" y="5679598"/>
            <a:ext cx="570955" cy="570955"/>
          </a:xfrm>
          <a:prstGeom prst="rect">
            <a:avLst/>
          </a:prstGeom>
        </p:spPr>
      </p:pic>
      <p:sp>
        <p:nvSpPr>
          <p:cNvPr id="25" name="Ovale 24">
            <a:extLst>
              <a:ext uri="{FF2B5EF4-FFF2-40B4-BE49-F238E27FC236}">
                <a16:creationId xmlns:a16="http://schemas.microsoft.com/office/drawing/2014/main" id="{6A8800A9-6FBD-EABA-C02F-7410B0E526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49276" y="5581762"/>
            <a:ext cx="768860" cy="769441"/>
          </a:xfrm>
          <a:prstGeom prst="ellipse">
            <a:avLst/>
          </a:prstGeom>
          <a:noFill/>
          <a:ln w="57150">
            <a:solidFill>
              <a:srgbClr val="381EA3"/>
            </a:solidFill>
            <a:prstDash val="dash"/>
            <a:extLst>
              <a:ext uri="{C807C97D-BFC1-408E-A445-0C87EB9F89A2}">
                <ask:lineSketchStyleProps xmlns:ask="http://schemas.microsoft.com/office/drawing/2018/sketchyshapes" sd="4266498984">
                  <a:custGeom>
                    <a:avLst/>
                    <a:gdLst>
                      <a:gd name="connsiteX0" fmla="*/ 0 w 914400"/>
                      <a:gd name="connsiteY0" fmla="*/ 457200 h 914400"/>
                      <a:gd name="connsiteX1" fmla="*/ 457200 w 914400"/>
                      <a:gd name="connsiteY1" fmla="*/ 0 h 914400"/>
                      <a:gd name="connsiteX2" fmla="*/ 914400 w 914400"/>
                      <a:gd name="connsiteY2" fmla="*/ 457200 h 914400"/>
                      <a:gd name="connsiteX3" fmla="*/ 457200 w 914400"/>
                      <a:gd name="connsiteY3" fmla="*/ 914400 h 914400"/>
                      <a:gd name="connsiteX4" fmla="*/ 0 w 914400"/>
                      <a:gd name="connsiteY4" fmla="*/ 457200 h 9144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14400" h="914400" extrusionOk="0">
                        <a:moveTo>
                          <a:pt x="0" y="457200"/>
                        </a:moveTo>
                        <a:cubicBezTo>
                          <a:pt x="5561" y="162864"/>
                          <a:pt x="229366" y="19873"/>
                          <a:pt x="457200" y="0"/>
                        </a:cubicBezTo>
                        <a:cubicBezTo>
                          <a:pt x="696159" y="-5122"/>
                          <a:pt x="930243" y="149144"/>
                          <a:pt x="914400" y="457200"/>
                        </a:cubicBezTo>
                        <a:cubicBezTo>
                          <a:pt x="933183" y="697290"/>
                          <a:pt x="690237" y="964007"/>
                          <a:pt x="457200" y="914400"/>
                        </a:cubicBezTo>
                        <a:cubicBezTo>
                          <a:pt x="192988" y="952849"/>
                          <a:pt x="26043" y="686798"/>
                          <a:pt x="0" y="45720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pic>
        <p:nvPicPr>
          <p:cNvPr id="4" name="Immagine 3" descr="Immagine che contiene schermata, Elementi grafici, Carattere, Blu elettrico&#10;&#10;Il contenuto generato dall'IA potrebbe non essere corretto.">
            <a:extLst>
              <a:ext uri="{FF2B5EF4-FFF2-40B4-BE49-F238E27FC236}">
                <a16:creationId xmlns:a16="http://schemas.microsoft.com/office/drawing/2014/main" id="{7D8AD05D-029C-D3EF-674D-4B0872FFA17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774" y="361213"/>
            <a:ext cx="707886" cy="707886"/>
          </a:xfrm>
          <a:prstGeom prst="rect">
            <a:avLst/>
          </a:prstGeom>
        </p:spPr>
      </p:pic>
      <p:pic>
        <p:nvPicPr>
          <p:cNvPr id="15" name="Immagine 14" descr="Immagine che contiene Elementi grafici, schermata, simbolo, Carattere&#10;&#10;Il contenuto generato dall'IA potrebbe non essere corretto.">
            <a:extLst>
              <a:ext uri="{FF2B5EF4-FFF2-40B4-BE49-F238E27FC236}">
                <a16:creationId xmlns:a16="http://schemas.microsoft.com/office/drawing/2014/main" id="{42326BED-3E4D-4F9A-4F46-DD42E77FF9B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853" y="6173960"/>
            <a:ext cx="425285" cy="425285"/>
          </a:xfrm>
          <a:prstGeom prst="rect">
            <a:avLst/>
          </a:prstGeom>
        </p:spPr>
      </p:pic>
      <p:pic>
        <p:nvPicPr>
          <p:cNvPr id="19" name="Immagine 18" descr="Immagine che contiene simbolo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D551DC85-2EFB-D6AB-21A9-ED161F98BB4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3793" y="6195418"/>
            <a:ext cx="425286" cy="425286"/>
          </a:xfrm>
          <a:prstGeom prst="rect">
            <a:avLst/>
          </a:prstGeom>
        </p:spPr>
      </p:pic>
      <p:pic>
        <p:nvPicPr>
          <p:cNvPr id="23" name="Immagine 22" descr="Immagine che contiene simbolo, Elementi grafici, arte, design&#10;&#10;Il contenuto generato dall'IA potrebbe non essere corretto.">
            <a:extLst>
              <a:ext uri="{FF2B5EF4-FFF2-40B4-BE49-F238E27FC236}">
                <a16:creationId xmlns:a16="http://schemas.microsoft.com/office/drawing/2014/main" id="{2F3DC051-2FC7-A273-C740-0CAD319A416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6653" y="6195418"/>
            <a:ext cx="425286" cy="425286"/>
          </a:xfrm>
          <a:prstGeom prst="rect">
            <a:avLst/>
          </a:prstGeom>
        </p:spPr>
      </p:pic>
      <p:pic>
        <p:nvPicPr>
          <p:cNvPr id="26" name="Immagine 25" descr="Immagine che contiene Elementi grafici, grafica, simbolo, Carattere&#10;&#10;Il contenuto generato dall'IA potrebbe non essere corretto.">
            <a:extLst>
              <a:ext uri="{FF2B5EF4-FFF2-40B4-BE49-F238E27FC236}">
                <a16:creationId xmlns:a16="http://schemas.microsoft.com/office/drawing/2014/main" id="{F93653A0-F24D-4B1C-B46E-58EE41CECB7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0137" y="6201694"/>
            <a:ext cx="425286" cy="425286"/>
          </a:xfrm>
          <a:prstGeom prst="rect">
            <a:avLst/>
          </a:prstGeom>
        </p:spPr>
      </p:pic>
      <p:pic>
        <p:nvPicPr>
          <p:cNvPr id="27" name="Immagine 26" descr="Immagine che contiene schermata, Blu elettrico, simbolo, numero&#10;&#10;Il contenuto generato dall'IA potrebbe non essere corretto.">
            <a:extLst>
              <a:ext uri="{FF2B5EF4-FFF2-40B4-BE49-F238E27FC236}">
                <a16:creationId xmlns:a16="http://schemas.microsoft.com/office/drawing/2014/main" id="{FAAD2DD8-7440-891E-9851-32A40CACF4A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167" y="6195419"/>
            <a:ext cx="425285" cy="425285"/>
          </a:xfrm>
          <a:prstGeom prst="rect">
            <a:avLst/>
          </a:prstGeom>
        </p:spPr>
      </p:pic>
      <p:pic>
        <p:nvPicPr>
          <p:cNvPr id="29" name="Immagine 28" descr="Immagine che contiene simbolo, Elementi grafici, Carattere&#10;&#10;Il contenuto generato dall'IA potrebbe non essere corretto.">
            <a:extLst>
              <a:ext uri="{FF2B5EF4-FFF2-40B4-BE49-F238E27FC236}">
                <a16:creationId xmlns:a16="http://schemas.microsoft.com/office/drawing/2014/main" id="{717313B3-4D37-E91B-4DA1-BC18D04AEE0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8431" y="6195418"/>
            <a:ext cx="425287" cy="425287"/>
          </a:xfrm>
          <a:prstGeom prst="rect">
            <a:avLst/>
          </a:prstGeom>
        </p:spPr>
      </p:pic>
      <p:pic>
        <p:nvPicPr>
          <p:cNvPr id="30" name="Immagine 29" descr="Immagine che contiene schermata, Elementi grafici, Carattere, Blu elettrico&#10;&#10;Il contenuto generato dall'IA potrebbe non essere corretto.">
            <a:extLst>
              <a:ext uri="{FF2B5EF4-FFF2-40B4-BE49-F238E27FC236}">
                <a16:creationId xmlns:a16="http://schemas.microsoft.com/office/drawing/2014/main" id="{D979E322-1B67-C2B0-72B0-D623D363D77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267" y="6107061"/>
            <a:ext cx="559081" cy="559081"/>
          </a:xfrm>
          <a:prstGeom prst="rect">
            <a:avLst/>
          </a:prstGeom>
        </p:spPr>
      </p:pic>
      <p:pic>
        <p:nvPicPr>
          <p:cNvPr id="28" name="Immagine 27" descr="Immagine che contiene triangolo, simbolo, linea, stella&#10;&#10;Il contenuto generato dall'IA potrebbe non essere corretto.">
            <a:extLst>
              <a:ext uri="{FF2B5EF4-FFF2-40B4-BE49-F238E27FC236}">
                <a16:creationId xmlns:a16="http://schemas.microsoft.com/office/drawing/2014/main" id="{5436E8D4-D183-4736-088B-CD8F49D64A7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884" y="6431031"/>
            <a:ext cx="277176" cy="277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6837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5000">
              <a:srgbClr val="EFF0F4"/>
            </a:gs>
            <a:gs pos="0">
              <a:srgbClr val="D3DCEE"/>
            </a:gs>
            <a:gs pos="100000">
              <a:srgbClr val="D3DCEE"/>
            </a:gs>
          </a:gsLst>
          <a:lin ang="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F26DFC-79C7-6904-D30F-EE0F33CCC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AF67D7D9-A339-6D2B-D21D-332B8B89A3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208596" cy="6858000"/>
          </a:xfrm>
          <a:prstGeom prst="roundRect">
            <a:avLst>
              <a:gd name="adj" fmla="val 0"/>
            </a:avLst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E4B420C0-A9B6-32F7-9E64-8CDB5047126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29810" y="365131"/>
            <a:ext cx="684931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4000" b="1">
                <a:solidFill>
                  <a:srgbClr val="00255E"/>
                </a:solidFill>
                <a:latin typeface="Abadi" panose="020B0604020104020204" pitchFamily="34" charset="0"/>
              </a:rPr>
              <a:t>Background</a:t>
            </a:r>
          </a:p>
        </p:txBody>
      </p:sp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56651D4F-D2ED-84E7-401A-124015381C4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55921" y="185195"/>
            <a:ext cx="896556" cy="896556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8FE021C5-F981-A839-FA42-95D7974EB7D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37773" y="2542986"/>
            <a:ext cx="20983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>
                <a:solidFill>
                  <a:srgbClr val="00255E"/>
                </a:solidFill>
                <a:latin typeface="Abadi" panose="020B0604020104020204" pitchFamily="34" charset="0"/>
              </a:rPr>
              <a:t>N</a:t>
            </a:r>
            <a:r>
              <a:rPr lang="en-GB" sz="2000" b="1" noProof="0" err="1">
                <a:solidFill>
                  <a:srgbClr val="00255E"/>
                </a:solidFill>
                <a:latin typeface="Abadi" panose="020B0604020104020204" pitchFamily="34" charset="0"/>
              </a:rPr>
              <a:t>euroaesthetics</a:t>
            </a:r>
            <a:endParaRPr lang="en-GB" sz="2000" b="1" noProof="0">
              <a:solidFill>
                <a:srgbClr val="00255E"/>
              </a:solidFill>
              <a:latin typeface="Abadi" panose="020B0604020104020204" pitchFamily="34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0628112-5B6E-FBA4-32A1-A88C6D4E3D7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4366" y="1365896"/>
            <a:ext cx="4061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>
                <a:solidFill>
                  <a:srgbClr val="00255E"/>
                </a:solidFill>
                <a:latin typeface="Abadi" panose="020B0604020104020204" pitchFamily="34" charset="0"/>
              </a:rPr>
              <a:t>EEG signals &amp; the concept of beauty</a:t>
            </a:r>
            <a:endParaRPr lang="en-GB" b="1" noProof="0">
              <a:solidFill>
                <a:srgbClr val="00255E"/>
              </a:solidFill>
              <a:latin typeface="Abadi" panose="020B0604020104020204" pitchFamily="34" charset="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D947AD6-63A5-9582-D38C-9BD626119C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410268" y="4025818"/>
            <a:ext cx="1629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00255E"/>
                </a:solidFill>
                <a:latin typeface="Abadi" panose="020B0604020104020204" pitchFamily="34" charset="0"/>
              </a:rPr>
              <a:t>Related works</a:t>
            </a:r>
            <a:endParaRPr lang="en-GB" b="1" noProof="0">
              <a:solidFill>
                <a:srgbClr val="00255E"/>
              </a:solidFill>
              <a:latin typeface="Abadi" panose="020B0604020104020204" pitchFamily="34" charset="0"/>
            </a:endParaRPr>
          </a:p>
        </p:txBody>
      </p:sp>
      <p:sp>
        <p:nvSpPr>
          <p:cNvPr id="10" name="Ovale 9">
            <a:extLst>
              <a:ext uri="{FF2B5EF4-FFF2-40B4-BE49-F238E27FC236}">
                <a16:creationId xmlns:a16="http://schemas.microsoft.com/office/drawing/2014/main" id="{C329AC47-0595-3AC2-3C69-3128C5CE52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452780" y="2393833"/>
            <a:ext cx="3355013" cy="3333652"/>
          </a:xfrm>
          <a:prstGeom prst="ellipse">
            <a:avLst/>
          </a:prstGeom>
          <a:noFill/>
          <a:ln w="76200">
            <a:solidFill>
              <a:srgbClr val="0029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6" name="Immagine 15" descr="Immagine che contiene simbolo, logo, Elementi grafici, cerchio&#10;&#10;Il contenuto generato dall'IA potrebbe non essere corretto.">
            <a:extLst>
              <a:ext uri="{FF2B5EF4-FFF2-40B4-BE49-F238E27FC236}">
                <a16:creationId xmlns:a16="http://schemas.microsoft.com/office/drawing/2014/main" id="{22D1196D-B36D-74E6-B164-A3E7752B749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7384" y="3092205"/>
            <a:ext cx="1422981" cy="1422981"/>
          </a:xfrm>
          <a:prstGeom prst="rect">
            <a:avLst/>
          </a:prstGeom>
        </p:spPr>
      </p:pic>
      <p:pic>
        <p:nvPicPr>
          <p:cNvPr id="20" name="Immagine 19" descr="Immagine che contiene cerchio, Elementi grafici, clipart, cartone animato&#10;&#10;Il contenuto generato dall'IA potrebbe non essere corretto.">
            <a:extLst>
              <a:ext uri="{FF2B5EF4-FFF2-40B4-BE49-F238E27FC236}">
                <a16:creationId xmlns:a16="http://schemas.microsoft.com/office/drawing/2014/main" id="{EFB5E8CE-38B1-46C3-9218-D24D60A1106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4509" y="1596316"/>
            <a:ext cx="1422982" cy="1422982"/>
          </a:xfrm>
          <a:prstGeom prst="rect">
            <a:avLst/>
          </a:prstGeom>
        </p:spPr>
      </p:pic>
      <p:pic>
        <p:nvPicPr>
          <p:cNvPr id="22" name="Immagine 21" descr="Immagine che contiene cerchio, logo, Elementi grafici, schermata&#10;&#10;Il contenuto generato dall'IA potrebbe non essere corretto.">
            <a:extLst>
              <a:ext uri="{FF2B5EF4-FFF2-40B4-BE49-F238E27FC236}">
                <a16:creationId xmlns:a16="http://schemas.microsoft.com/office/drawing/2014/main" id="{0F3B88D0-CFDC-EE23-E630-AFB05FD975E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7287" y="3092205"/>
            <a:ext cx="1422981" cy="1422981"/>
          </a:xfrm>
          <a:prstGeom prst="rect">
            <a:avLst/>
          </a:prstGeom>
        </p:spPr>
      </p:pic>
      <p:pic>
        <p:nvPicPr>
          <p:cNvPr id="24" name="Immagine 23" descr="Immagine che contiene Elementi grafici, grafica, simbolo, clipart&#10;&#10;Il contenuto generato dall'IA potrebbe non essere corretto.">
            <a:extLst>
              <a:ext uri="{FF2B5EF4-FFF2-40B4-BE49-F238E27FC236}">
                <a16:creationId xmlns:a16="http://schemas.microsoft.com/office/drawing/2014/main" id="{0D22EC47-F975-5347-DFB5-CD540DC7373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7636" y="4110990"/>
            <a:ext cx="1596730" cy="1596730"/>
          </a:xfrm>
          <a:prstGeom prst="rect">
            <a:avLst/>
          </a:prstGeom>
        </p:spPr>
      </p:pic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7235A095-EFE5-169E-57AC-4ABA9FFFC1B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37774" y="3010155"/>
            <a:ext cx="400189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00255E"/>
                </a:solidFill>
                <a:latin typeface="Abadi" panose="020B0604020104020204" pitchFamily="34" charset="0"/>
              </a:rPr>
              <a:t>It’s t</a:t>
            </a:r>
            <a:r>
              <a:rPr lang="en-US" sz="1400" noProof="0">
                <a:solidFill>
                  <a:srgbClr val="00255E"/>
                </a:solidFill>
                <a:latin typeface="Abadi" panose="020B0604020104020204" pitchFamily="34" charset="0"/>
              </a:rPr>
              <a:t>he study of how the brain responds </a:t>
            </a:r>
          </a:p>
          <a:p>
            <a:r>
              <a:rPr lang="en-US" sz="1400" noProof="0">
                <a:solidFill>
                  <a:srgbClr val="00255E"/>
                </a:solidFill>
                <a:latin typeface="Abadi" panose="020B0604020104020204" pitchFamily="34" charset="0"/>
              </a:rPr>
              <a:t>to beauty, art, and </a:t>
            </a:r>
            <a:r>
              <a:rPr lang="en-US" sz="1400" b="1" noProof="0">
                <a:solidFill>
                  <a:srgbClr val="00255E"/>
                </a:solidFill>
                <a:latin typeface="Abadi" panose="020B0604020104020204" pitchFamily="34" charset="0"/>
              </a:rPr>
              <a:t>aesthetic experiences</a:t>
            </a:r>
            <a:r>
              <a:rPr lang="en-US" sz="1400" noProof="0">
                <a:solidFill>
                  <a:srgbClr val="00255E"/>
                </a:solidFill>
                <a:latin typeface="Abadi" panose="020B0604020104020204" pitchFamily="34" charset="0"/>
              </a:rPr>
              <a:t>.</a:t>
            </a:r>
          </a:p>
          <a:p>
            <a:r>
              <a:rPr lang="en-US" sz="1400" noProof="0">
                <a:solidFill>
                  <a:srgbClr val="00255E"/>
                </a:solidFill>
                <a:latin typeface="Abadi" panose="020B0604020104020204" pitchFamily="34" charset="0"/>
              </a:rPr>
              <a:t>It combines neuroscience, psychology</a:t>
            </a:r>
          </a:p>
          <a:p>
            <a:r>
              <a:rPr lang="en-US" sz="1400" noProof="0">
                <a:solidFill>
                  <a:srgbClr val="00255E"/>
                </a:solidFill>
                <a:latin typeface="Abadi" panose="020B0604020104020204" pitchFamily="34" charset="0"/>
              </a:rPr>
              <a:t>and philosophy to explore what makes </a:t>
            </a:r>
          </a:p>
          <a:p>
            <a:r>
              <a:rPr lang="en-US" sz="1400" noProof="0">
                <a:solidFill>
                  <a:srgbClr val="00255E"/>
                </a:solidFill>
                <a:latin typeface="Abadi" panose="020B0604020104020204" pitchFamily="34" charset="0"/>
              </a:rPr>
              <a:t>something “beautiful” and how this is </a:t>
            </a:r>
          </a:p>
          <a:p>
            <a:r>
              <a:rPr lang="en-US" sz="1400" noProof="0">
                <a:solidFill>
                  <a:srgbClr val="00255E"/>
                </a:solidFill>
                <a:latin typeface="Abadi" panose="020B0604020104020204" pitchFamily="34" charset="0"/>
              </a:rPr>
              <a:t>processed in the brain.</a:t>
            </a:r>
            <a:endParaRPr lang="en-GB" sz="1400" noProof="0">
              <a:solidFill>
                <a:srgbClr val="00255E"/>
              </a:solidFill>
              <a:latin typeface="Abadi" panose="020B0604020104020204" pitchFamily="34" charset="0"/>
            </a:endParaRP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22F3A841-C381-7922-7BCA-92C6E8B6A73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4366" y="1754993"/>
            <a:ext cx="51757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noProof="0">
                <a:solidFill>
                  <a:srgbClr val="00255E"/>
                </a:solidFill>
                <a:latin typeface="Abadi" panose="020B0604020104020204" pitchFamily="34" charset="0"/>
              </a:rPr>
              <a:t>Electroencephalography (EEG) captures the brain’s electrical activity. </a:t>
            </a:r>
            <a:r>
              <a:rPr lang="en-US" sz="1400">
                <a:solidFill>
                  <a:srgbClr val="00255E"/>
                </a:solidFill>
                <a:latin typeface="Abadi" panose="020B0604020104020204" pitchFamily="34" charset="0"/>
              </a:rPr>
              <a:t>S</a:t>
            </a:r>
            <a:r>
              <a:rPr lang="en-US" sz="1400" noProof="0" err="1">
                <a:solidFill>
                  <a:srgbClr val="00255E"/>
                </a:solidFill>
                <a:latin typeface="Abadi" panose="020B0604020104020204" pitchFamily="34" charset="0"/>
              </a:rPr>
              <a:t>tudies</a:t>
            </a:r>
            <a:r>
              <a:rPr lang="en-US" sz="1400" noProof="0">
                <a:solidFill>
                  <a:srgbClr val="00255E"/>
                </a:solidFill>
                <a:latin typeface="Abadi" panose="020B0604020104020204" pitchFamily="34" charset="0"/>
              </a:rPr>
              <a:t> have linked specific patterns in EEG signals to the perception of beauty, engagement and emotional responses.</a:t>
            </a:r>
            <a:endParaRPr lang="en-GB" sz="1400" noProof="0">
              <a:solidFill>
                <a:srgbClr val="00255E"/>
              </a:solidFill>
              <a:latin typeface="Abadi" panose="020B0604020104020204" pitchFamily="34" charset="0"/>
            </a:endParaRP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A88B2030-D8E5-88C4-2C45-AC7AE014C1F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460056" y="4452033"/>
            <a:ext cx="3748540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noProof="0">
                <a:solidFill>
                  <a:srgbClr val="00255E"/>
                </a:solidFill>
                <a:latin typeface="Abadi" panose="020B0604020104020204" pitchFamily="34" charset="0"/>
              </a:rPr>
              <a:t>Our project is inspired by the study</a:t>
            </a:r>
            <a:br>
              <a:rPr lang="en-GB" sz="1400" noProof="0">
                <a:solidFill>
                  <a:srgbClr val="00255E"/>
                </a:solidFill>
                <a:latin typeface="Abadi" panose="020B0604020104020204" pitchFamily="34" charset="0"/>
              </a:rPr>
            </a:br>
            <a:r>
              <a:rPr lang="en-US" sz="1500" b="1" i="1" noProof="0">
                <a:solidFill>
                  <a:srgbClr val="00255E"/>
                </a:solidFill>
                <a:latin typeface="Abadi" panose="020B0604020104020204" pitchFamily="34" charset="0"/>
              </a:rPr>
              <a:t>Recognizing Special </a:t>
            </a:r>
            <a:r>
              <a:rPr lang="en-US" sz="1500" b="1" i="1" noProof="0" err="1">
                <a:solidFill>
                  <a:srgbClr val="00255E"/>
                </a:solidFill>
                <a:latin typeface="Abadi" panose="020B0604020104020204" pitchFamily="34" charset="0"/>
              </a:rPr>
              <a:t>Artpieces</a:t>
            </a:r>
            <a:r>
              <a:rPr lang="en-US" sz="1500" b="1" i="1" noProof="0">
                <a:solidFill>
                  <a:srgbClr val="00255E"/>
                </a:solidFill>
                <a:latin typeface="Abadi" panose="020B0604020104020204" pitchFamily="34" charset="0"/>
              </a:rPr>
              <a:t> </a:t>
            </a:r>
          </a:p>
          <a:p>
            <a:r>
              <a:rPr lang="en-US" sz="1500" b="1" i="1" noProof="0">
                <a:solidFill>
                  <a:srgbClr val="00255E"/>
                </a:solidFill>
                <a:latin typeface="Abadi" panose="020B0604020104020204" pitchFamily="34" charset="0"/>
              </a:rPr>
              <a:t>through EEG: A Journey in </a:t>
            </a:r>
          </a:p>
          <a:p>
            <a:r>
              <a:rPr lang="en-US" sz="1500" b="1" i="1" noProof="0" err="1">
                <a:solidFill>
                  <a:srgbClr val="00255E"/>
                </a:solidFill>
                <a:latin typeface="Abadi" panose="020B0604020104020204" pitchFamily="34" charset="0"/>
              </a:rPr>
              <a:t>Neuroaesthetics</a:t>
            </a:r>
            <a:r>
              <a:rPr lang="en-US" sz="1500" b="1" i="1" noProof="0">
                <a:solidFill>
                  <a:srgbClr val="00255E"/>
                </a:solidFill>
                <a:latin typeface="Abadi" panose="020B0604020104020204" pitchFamily="34" charset="0"/>
              </a:rPr>
              <a:t> Classification</a:t>
            </a:r>
            <a:br>
              <a:rPr lang="en-US" sz="1400" i="1" noProof="0">
                <a:solidFill>
                  <a:srgbClr val="00255E"/>
                </a:solidFill>
                <a:latin typeface="Abadi" panose="020B0604020104020204" pitchFamily="34" charset="0"/>
              </a:rPr>
            </a:br>
            <a:r>
              <a:rPr lang="en-US" sz="1400" noProof="0">
                <a:solidFill>
                  <a:srgbClr val="00255E"/>
                </a:solidFill>
                <a:latin typeface="Abadi" panose="020B0604020104020204" pitchFamily="34" charset="0"/>
              </a:rPr>
              <a:t>(</a:t>
            </a:r>
            <a:r>
              <a:rPr lang="it-IT" sz="1400" noProof="0">
                <a:solidFill>
                  <a:srgbClr val="00255E"/>
                </a:solidFill>
                <a:latin typeface="Abadi" panose="020B0604020104020204" pitchFamily="34" charset="0"/>
              </a:rPr>
              <a:t>Maurizio Palmieri, Marco Avvenuti,</a:t>
            </a:r>
          </a:p>
          <a:p>
            <a:r>
              <a:rPr lang="it-IT" sz="1400" noProof="0">
                <a:solidFill>
                  <a:srgbClr val="00255E"/>
                </a:solidFill>
                <a:latin typeface="Abadi" panose="020B0604020104020204" pitchFamily="34" charset="0"/>
              </a:rPr>
              <a:t>Francesco </a:t>
            </a:r>
            <a:r>
              <a:rPr lang="it-IT" sz="1400" noProof="0" err="1">
                <a:solidFill>
                  <a:srgbClr val="00255E"/>
                </a:solidFill>
                <a:latin typeface="Abadi" panose="020B0604020104020204" pitchFamily="34" charset="0"/>
              </a:rPr>
              <a:t>Marcelloni</a:t>
            </a:r>
            <a:r>
              <a:rPr lang="it-IT" sz="1400" noProof="0">
                <a:solidFill>
                  <a:srgbClr val="00255E"/>
                </a:solidFill>
                <a:latin typeface="Abadi" panose="020B0604020104020204" pitchFamily="34" charset="0"/>
              </a:rPr>
              <a:t> and Alessio Vecchio</a:t>
            </a:r>
            <a:r>
              <a:rPr lang="en-US" sz="1400" noProof="0">
                <a:solidFill>
                  <a:srgbClr val="00255E"/>
                </a:solidFill>
                <a:latin typeface="Abadi" panose="020B0604020104020204" pitchFamily="34" charset="0"/>
              </a:rPr>
              <a:t>)</a:t>
            </a:r>
            <a:endParaRPr lang="en-GB" sz="1400" noProof="0">
              <a:solidFill>
                <a:srgbClr val="00255E"/>
              </a:solidFill>
              <a:latin typeface="Abadi" panose="020B0604020104020204" pitchFamily="34" charset="0"/>
            </a:endParaRPr>
          </a:p>
        </p:txBody>
      </p:sp>
      <p:pic>
        <p:nvPicPr>
          <p:cNvPr id="23" name="Immagine 22" descr="Immagine che contiene schermata, Elementi grafici, Carattere, Blu elettrico&#10;&#10;Il contenuto generato dall'IA potrebbe non essere corretto.">
            <a:extLst>
              <a:ext uri="{FF2B5EF4-FFF2-40B4-BE49-F238E27FC236}">
                <a16:creationId xmlns:a16="http://schemas.microsoft.com/office/drawing/2014/main" id="{EC0D7DA2-362D-DD23-A9D8-E57ECF4434F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774" y="361213"/>
            <a:ext cx="707886" cy="707886"/>
          </a:xfrm>
          <a:prstGeom prst="rect">
            <a:avLst/>
          </a:prstGeom>
        </p:spPr>
      </p:pic>
      <p:pic>
        <p:nvPicPr>
          <p:cNvPr id="6" name="Immagine 5" descr="Immagine che contiene Elementi grafici, schermata, simbolo, Carattere&#10;&#10;Il contenuto generato dall'IA potrebbe non essere corretto.">
            <a:extLst>
              <a:ext uri="{FF2B5EF4-FFF2-40B4-BE49-F238E27FC236}">
                <a16:creationId xmlns:a16="http://schemas.microsoft.com/office/drawing/2014/main" id="{E2923010-F5B0-2986-2E3F-77382CC343C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853" y="6173960"/>
            <a:ext cx="425285" cy="425285"/>
          </a:xfrm>
          <a:prstGeom prst="rect">
            <a:avLst/>
          </a:prstGeom>
        </p:spPr>
      </p:pic>
      <p:pic>
        <p:nvPicPr>
          <p:cNvPr id="11" name="Immagine 10" descr="Immagine che contiene simbolo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F4F3F3BC-B8A9-3DF1-5D00-AC08D347752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3793" y="6195418"/>
            <a:ext cx="425286" cy="425286"/>
          </a:xfrm>
          <a:prstGeom prst="rect">
            <a:avLst/>
          </a:prstGeom>
        </p:spPr>
      </p:pic>
      <p:pic>
        <p:nvPicPr>
          <p:cNvPr id="13" name="Immagine 12" descr="Immagine che contiene simbolo, Elementi grafici, arte, design&#10;&#10;Il contenuto generato dall'IA potrebbe non essere corretto.">
            <a:extLst>
              <a:ext uri="{FF2B5EF4-FFF2-40B4-BE49-F238E27FC236}">
                <a16:creationId xmlns:a16="http://schemas.microsoft.com/office/drawing/2014/main" id="{AE59E591-324F-658C-A4C8-5689752D4DD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6653" y="6195418"/>
            <a:ext cx="425286" cy="425286"/>
          </a:xfrm>
          <a:prstGeom prst="rect">
            <a:avLst/>
          </a:prstGeom>
        </p:spPr>
      </p:pic>
      <p:pic>
        <p:nvPicPr>
          <p:cNvPr id="15" name="Immagine 14" descr="Immagine che contiene Elementi grafici, grafica, simbolo, Carattere&#10;&#10;Il contenuto generato dall'IA potrebbe non essere corretto.">
            <a:extLst>
              <a:ext uri="{FF2B5EF4-FFF2-40B4-BE49-F238E27FC236}">
                <a16:creationId xmlns:a16="http://schemas.microsoft.com/office/drawing/2014/main" id="{0BCE9FEB-245D-7EAA-0BFE-4BE195A21B3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0137" y="6201694"/>
            <a:ext cx="425286" cy="425286"/>
          </a:xfrm>
          <a:prstGeom prst="rect">
            <a:avLst/>
          </a:prstGeom>
        </p:spPr>
      </p:pic>
      <p:pic>
        <p:nvPicPr>
          <p:cNvPr id="17" name="Immagine 16" descr="Immagine che contiene schermata, Blu elettrico, simbolo, numero&#10;&#10;Il contenuto generato dall'IA potrebbe non essere corretto.">
            <a:extLst>
              <a:ext uri="{FF2B5EF4-FFF2-40B4-BE49-F238E27FC236}">
                <a16:creationId xmlns:a16="http://schemas.microsoft.com/office/drawing/2014/main" id="{9528846D-2B6E-AF11-46A7-B75B5FB0707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167" y="6195419"/>
            <a:ext cx="425285" cy="425285"/>
          </a:xfrm>
          <a:prstGeom prst="rect">
            <a:avLst/>
          </a:prstGeom>
        </p:spPr>
      </p:pic>
      <p:pic>
        <p:nvPicPr>
          <p:cNvPr id="21" name="Immagine 20" descr="Immagine che contiene simbolo, Elementi grafici, Carattere&#10;&#10;Il contenuto generato dall'IA potrebbe non essere corretto.">
            <a:extLst>
              <a:ext uri="{FF2B5EF4-FFF2-40B4-BE49-F238E27FC236}">
                <a16:creationId xmlns:a16="http://schemas.microsoft.com/office/drawing/2014/main" id="{38CC497F-6030-E2EC-36D7-0C0E479127A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8431" y="6195418"/>
            <a:ext cx="425287" cy="425287"/>
          </a:xfrm>
          <a:prstGeom prst="rect">
            <a:avLst/>
          </a:prstGeom>
        </p:spPr>
      </p:pic>
      <p:pic>
        <p:nvPicPr>
          <p:cNvPr id="28" name="Immagine 27" descr="Immagine che contiene schermata, Elementi grafici, Carattere, Blu elettrico&#10;&#10;Il contenuto generato dall'IA potrebbe non essere corretto.">
            <a:extLst>
              <a:ext uri="{FF2B5EF4-FFF2-40B4-BE49-F238E27FC236}">
                <a16:creationId xmlns:a16="http://schemas.microsoft.com/office/drawing/2014/main" id="{68194391-D7BA-FABE-45AA-218266E0B47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9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267" y="6107061"/>
            <a:ext cx="559081" cy="559081"/>
          </a:xfrm>
          <a:prstGeom prst="rect">
            <a:avLst/>
          </a:prstGeom>
        </p:spPr>
      </p:pic>
      <p:pic>
        <p:nvPicPr>
          <p:cNvPr id="31" name="Immagine 30" descr="Immagine che contiene triangolo, simbolo, linea, stella&#10;&#10;Il contenuto generato dall'IA potrebbe non essere corretto.">
            <a:extLst>
              <a:ext uri="{FF2B5EF4-FFF2-40B4-BE49-F238E27FC236}">
                <a16:creationId xmlns:a16="http://schemas.microsoft.com/office/drawing/2014/main" id="{5934B84B-5B58-0C82-DC29-0036E94640F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884" y="6431031"/>
            <a:ext cx="277176" cy="277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418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DC042-F569-820D-46B3-F9E32D7B1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90F241CF-8364-E9B7-9FE7-8B3C401829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208596" cy="6858000"/>
          </a:xfrm>
          <a:prstGeom prst="roundRect">
            <a:avLst>
              <a:gd name="adj" fmla="val 0"/>
            </a:avLst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29F40631-E418-9976-121A-4317FAC55D8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29810" y="365131"/>
            <a:ext cx="6849319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800" b="1">
                <a:solidFill>
                  <a:srgbClr val="00255E"/>
                </a:solidFill>
                <a:latin typeface="Abadi" panose="020B0604020104020204" pitchFamily="34" charset="0"/>
              </a:rPr>
              <a:t>Mobile Architecture </a:t>
            </a:r>
            <a:r>
              <a:rPr lang="it-IT" sz="3800" b="1" err="1">
                <a:solidFill>
                  <a:srgbClr val="00255E"/>
                </a:solidFill>
                <a:latin typeface="Abadi" panose="020B0604020104020204" pitchFamily="34" charset="0"/>
              </a:rPr>
              <a:t>Overview</a:t>
            </a:r>
            <a:endParaRPr lang="it-IT" sz="3800" b="1">
              <a:solidFill>
                <a:srgbClr val="00255E"/>
              </a:solidFill>
              <a:latin typeface="Abadi" panose="020B0604020104020204" pitchFamily="34" charset="0"/>
            </a:endParaRPr>
          </a:p>
        </p:txBody>
      </p:sp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437200FE-FCE2-E0A3-FE79-0EC0E868A89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55921" y="185195"/>
            <a:ext cx="896556" cy="896556"/>
          </a:xfrm>
          <a:prstGeom prst="rect">
            <a:avLst/>
          </a:prstGeom>
        </p:spPr>
      </p:pic>
      <p:pic>
        <p:nvPicPr>
          <p:cNvPr id="8" name="Immagine 7" descr="Immagine che contiene auricolare, Auricolari, bianco e nero, musica&#10;&#10;Il contenuto generato dall'IA potrebbe non essere corretto.">
            <a:extLst>
              <a:ext uri="{FF2B5EF4-FFF2-40B4-BE49-F238E27FC236}">
                <a16:creationId xmlns:a16="http://schemas.microsoft.com/office/drawing/2014/main" id="{A82111A6-F40E-6F80-A821-8E4DCC88A58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012352" y="2427214"/>
            <a:ext cx="2126310" cy="2026517"/>
          </a:xfrm>
          <a:prstGeom prst="rect">
            <a:avLst/>
          </a:prstGeom>
        </p:spPr>
      </p:pic>
      <p:pic>
        <p:nvPicPr>
          <p:cNvPr id="10" name="Immagine 9" descr="Immagine che contiene Elementi grafici, cerchio, schermata, Policromia&#10;&#10;Il contenuto generato dall'IA potrebbe non essere corretto.">
            <a:extLst>
              <a:ext uri="{FF2B5EF4-FFF2-40B4-BE49-F238E27FC236}">
                <a16:creationId xmlns:a16="http://schemas.microsoft.com/office/drawing/2014/main" id="{FC222AD7-3541-6220-66F5-20EA65AC97A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7774" y="2813448"/>
            <a:ext cx="707886" cy="707886"/>
          </a:xfrm>
          <a:prstGeom prst="rect">
            <a:avLst/>
          </a:prstGeom>
        </p:spPr>
      </p:pic>
      <p:pic>
        <p:nvPicPr>
          <p:cNvPr id="16" name="Immagine 15" descr="Immagine che contiene schermata, Elementi grafici, simbolo, clipart&#10;&#10;Il contenuto generato dall'IA potrebbe non essere corretto.">
            <a:extLst>
              <a:ext uri="{FF2B5EF4-FFF2-40B4-BE49-F238E27FC236}">
                <a16:creationId xmlns:a16="http://schemas.microsoft.com/office/drawing/2014/main" id="{7BE0E16D-286C-E035-6B29-D07E69BAD00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9233" y="2842728"/>
            <a:ext cx="794295" cy="794295"/>
          </a:xfrm>
          <a:prstGeom prst="rect">
            <a:avLst/>
          </a:prstGeom>
        </p:spPr>
      </p:pic>
      <p:pic>
        <p:nvPicPr>
          <p:cNvPr id="18" name="Immagine 17" descr="Immagine che contiene Elementi grafici, schermata, simbolo, Carattere&#10;&#10;Il contenuto generato dall'IA potrebbe non essere corretto.">
            <a:extLst>
              <a:ext uri="{FF2B5EF4-FFF2-40B4-BE49-F238E27FC236}">
                <a16:creationId xmlns:a16="http://schemas.microsoft.com/office/drawing/2014/main" id="{82284C55-ABA6-8155-0549-995752D9E18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7774" y="3402349"/>
            <a:ext cx="789380" cy="789380"/>
          </a:xfrm>
          <a:prstGeom prst="rect">
            <a:avLst/>
          </a:prstGeom>
        </p:spPr>
      </p:pic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5D39FE91-E250-81CC-74C8-E2BA71C016E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5906" y="3524160"/>
            <a:ext cx="367736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err="1">
                <a:solidFill>
                  <a:srgbClr val="00255E"/>
                </a:solidFill>
                <a:latin typeface="Abadi" panose="020B0604020104020204" pitchFamily="34" charset="0"/>
              </a:rPr>
              <a:t>MindRove</a:t>
            </a:r>
            <a:r>
              <a:rPr lang="en-US" sz="1600" b="1">
                <a:solidFill>
                  <a:srgbClr val="00255E"/>
                </a:solidFill>
                <a:latin typeface="Abadi" panose="020B0604020104020204" pitchFamily="34" charset="0"/>
              </a:rPr>
              <a:t> headset</a:t>
            </a:r>
          </a:p>
          <a:p>
            <a:endParaRPr lang="en-US" sz="1600" b="1">
              <a:solidFill>
                <a:srgbClr val="00255E"/>
              </a:solidFill>
              <a:latin typeface="Abadi" panose="020B06040201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255E"/>
                </a:solidFill>
                <a:latin typeface="Abadi" panose="020B0604020104020204" pitchFamily="34" charset="0"/>
              </a:rPr>
              <a:t>6 (+2) EEG channels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0">
                <a:solidFill>
                  <a:srgbClr val="00255E"/>
                </a:solidFill>
                <a:latin typeface="Abadi" panose="020B0604020104020204" pitchFamily="34" charset="0"/>
              </a:rPr>
              <a:t>Electrodes: </a:t>
            </a:r>
            <a:r>
              <a:rPr lang="en-US" sz="1400" b="1" noProof="0">
                <a:solidFill>
                  <a:srgbClr val="00255E"/>
                </a:solidFill>
                <a:latin typeface="Abadi" panose="020B0604020104020204" pitchFamily="34" charset="0"/>
              </a:rPr>
              <a:t>C5</a:t>
            </a:r>
            <a:r>
              <a:rPr lang="en-US" sz="1400" noProof="0">
                <a:solidFill>
                  <a:srgbClr val="00255E"/>
                </a:solidFill>
                <a:latin typeface="Abadi" panose="020B0604020104020204" pitchFamily="34" charset="0"/>
              </a:rPr>
              <a:t>, </a:t>
            </a:r>
            <a:r>
              <a:rPr lang="en-US" sz="1400" b="1" noProof="0">
                <a:solidFill>
                  <a:srgbClr val="00255E"/>
                </a:solidFill>
                <a:latin typeface="Abadi" panose="020B0604020104020204" pitchFamily="34" charset="0"/>
              </a:rPr>
              <a:t>C3</a:t>
            </a:r>
            <a:r>
              <a:rPr lang="en-US" sz="1400" noProof="0">
                <a:solidFill>
                  <a:srgbClr val="00255E"/>
                </a:solidFill>
                <a:latin typeface="Abadi" panose="020B0604020104020204" pitchFamily="34" charset="0"/>
              </a:rPr>
              <a:t>, </a:t>
            </a:r>
            <a:r>
              <a:rPr lang="en-US" sz="1400" b="1" noProof="0">
                <a:solidFill>
                  <a:srgbClr val="00255E"/>
                </a:solidFill>
                <a:latin typeface="Abadi" panose="020B0604020104020204" pitchFamily="34" charset="0"/>
              </a:rPr>
              <a:t>C1</a:t>
            </a:r>
            <a:r>
              <a:rPr lang="en-US" sz="1400" noProof="0">
                <a:solidFill>
                  <a:srgbClr val="00255E"/>
                </a:solidFill>
                <a:latin typeface="Abadi" panose="020B0604020104020204" pitchFamily="34" charset="0"/>
              </a:rPr>
              <a:t>, </a:t>
            </a:r>
            <a:r>
              <a:rPr lang="en-US" sz="1400" b="1" noProof="0">
                <a:solidFill>
                  <a:srgbClr val="00255E"/>
                </a:solidFill>
                <a:latin typeface="Abadi" panose="020B0604020104020204" pitchFamily="34" charset="0"/>
              </a:rPr>
              <a:t>C2</a:t>
            </a:r>
            <a:r>
              <a:rPr lang="en-US" sz="1400" noProof="0">
                <a:solidFill>
                  <a:srgbClr val="00255E"/>
                </a:solidFill>
                <a:latin typeface="Abadi" panose="020B0604020104020204" pitchFamily="34" charset="0"/>
              </a:rPr>
              <a:t>, </a:t>
            </a:r>
            <a:r>
              <a:rPr lang="en-US" sz="1400" b="1" noProof="0">
                <a:solidFill>
                  <a:srgbClr val="00255E"/>
                </a:solidFill>
                <a:latin typeface="Abadi" panose="020B0604020104020204" pitchFamily="34" charset="0"/>
              </a:rPr>
              <a:t>C4</a:t>
            </a:r>
            <a:r>
              <a:rPr lang="en-US" sz="1400" noProof="0">
                <a:solidFill>
                  <a:srgbClr val="00255E"/>
                </a:solidFill>
                <a:latin typeface="Abadi" panose="020B0604020104020204" pitchFamily="34" charset="0"/>
              </a:rPr>
              <a:t>, </a:t>
            </a:r>
            <a:r>
              <a:rPr lang="en-US" sz="1400" b="1" noProof="0">
                <a:solidFill>
                  <a:srgbClr val="00255E"/>
                </a:solidFill>
                <a:latin typeface="Abadi" panose="020B0604020104020204" pitchFamily="34" charset="0"/>
              </a:rPr>
              <a:t>C6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0">
                <a:solidFill>
                  <a:srgbClr val="00255E"/>
                </a:solidFill>
                <a:latin typeface="Abadi" panose="020B0604020104020204" pitchFamily="34" charset="0"/>
              </a:rPr>
              <a:t>Electrode type: </a:t>
            </a:r>
            <a:r>
              <a:rPr lang="en-US" sz="1400" b="1" noProof="0">
                <a:solidFill>
                  <a:srgbClr val="00255E"/>
                </a:solidFill>
                <a:latin typeface="Abadi" panose="020B0604020104020204" pitchFamily="34" charset="0"/>
              </a:rPr>
              <a:t>semi-dry</a:t>
            </a:r>
            <a:r>
              <a:rPr lang="en-US" sz="1400" noProof="0">
                <a:solidFill>
                  <a:srgbClr val="00255E"/>
                </a:solidFill>
                <a:latin typeface="Abadi" panose="020B0604020104020204" pitchFamily="34" charset="0"/>
              </a:rPr>
              <a:t>, no gel needed</a:t>
            </a:r>
            <a:endParaRPr lang="en-GB" sz="1400" noProof="0">
              <a:solidFill>
                <a:srgbClr val="00255E"/>
              </a:solidFill>
              <a:latin typeface="Abadi" panose="020B06040201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noProof="0">
                <a:solidFill>
                  <a:srgbClr val="00255E"/>
                </a:solidFill>
                <a:latin typeface="Abadi" panose="020B0604020104020204" pitchFamily="34" charset="0"/>
              </a:rPr>
              <a:t>Battery: rechargeable LiPo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9D0C81F1-427B-AC1F-9B77-0A6019A79C5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223528" y="4894033"/>
            <a:ext cx="272574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00255E"/>
                </a:solidFill>
                <a:latin typeface="Abadi" panose="020B0604020104020204" pitchFamily="34" charset="0"/>
              </a:rPr>
              <a:t>Android App</a:t>
            </a:r>
          </a:p>
          <a:p>
            <a:endParaRPr lang="en-US" sz="1600" b="1">
              <a:solidFill>
                <a:srgbClr val="00255E"/>
              </a:solidFill>
              <a:latin typeface="Abadi" panose="020B0604020104020204" pitchFamily="34" charset="0"/>
            </a:endParaRPr>
          </a:p>
          <a:p>
            <a:r>
              <a:rPr lang="en-US" sz="1400" noProof="0">
                <a:solidFill>
                  <a:srgbClr val="00255E"/>
                </a:solidFill>
                <a:latin typeface="Abadi" panose="020B0604020104020204" pitchFamily="34" charset="0"/>
              </a:rPr>
              <a:t>Language used: Kotlin</a:t>
            </a:r>
            <a:endParaRPr lang="en-GB" sz="1400" noProof="0">
              <a:solidFill>
                <a:srgbClr val="00255E"/>
              </a:solidFill>
              <a:latin typeface="Abadi" panose="020B0604020104020204" pitchFamily="34" charset="0"/>
            </a:endParaRP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E455EEE5-5AE3-1193-6943-994AF60E229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076625" y="1396765"/>
            <a:ext cx="296365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00255E"/>
                </a:solidFill>
                <a:latin typeface="Abadi" panose="020B0604020104020204" pitchFamily="34" charset="0"/>
              </a:rPr>
              <a:t>Wi-Fi connection</a:t>
            </a:r>
          </a:p>
          <a:p>
            <a:endParaRPr lang="en-US" sz="1600" b="1">
              <a:solidFill>
                <a:srgbClr val="00255E"/>
              </a:solidFill>
              <a:latin typeface="Abadi" panose="020B0604020104020204" pitchFamily="34" charset="0"/>
            </a:endParaRPr>
          </a:p>
          <a:p>
            <a:r>
              <a:rPr lang="en-US" sz="1400" noProof="0">
                <a:solidFill>
                  <a:srgbClr val="00255E"/>
                </a:solidFill>
                <a:latin typeface="Abadi" panose="020B0604020104020204" pitchFamily="34" charset="0"/>
              </a:rPr>
              <a:t>The </a:t>
            </a:r>
            <a:r>
              <a:rPr lang="en-US" sz="1400" noProof="0" err="1">
                <a:solidFill>
                  <a:srgbClr val="00255E"/>
                </a:solidFill>
                <a:latin typeface="Abadi" panose="020B0604020104020204" pitchFamily="34" charset="0"/>
              </a:rPr>
              <a:t>MindRove</a:t>
            </a:r>
            <a:r>
              <a:rPr lang="en-US" sz="1400" noProof="0">
                <a:solidFill>
                  <a:srgbClr val="00255E"/>
                </a:solidFill>
                <a:latin typeface="Abadi" panose="020B0604020104020204" pitchFamily="34" charset="0"/>
              </a:rPr>
              <a:t> Arc headset captures raw EEG signals and sends them to the Android app via Wi-Fi</a:t>
            </a:r>
            <a:endParaRPr lang="en-GB" sz="1400" noProof="0">
              <a:solidFill>
                <a:srgbClr val="00255E"/>
              </a:solidFill>
              <a:latin typeface="Abadi" panose="020B0604020104020204" pitchFamily="34" charset="0"/>
            </a:endParaRPr>
          </a:p>
        </p:txBody>
      </p:sp>
      <p:pic>
        <p:nvPicPr>
          <p:cNvPr id="23" name="Immagine 22" descr="Immagine che contiene simbolo, cerchio, Elementi grafici, Blu elettrico&#10;&#10;Il contenuto generato dall'IA potrebbe non essere corretto.">
            <a:extLst>
              <a:ext uri="{FF2B5EF4-FFF2-40B4-BE49-F238E27FC236}">
                <a16:creationId xmlns:a16="http://schemas.microsoft.com/office/drawing/2014/main" id="{3B130BF6-F1DB-B228-3005-53CE5DC2D31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04" y="3547711"/>
            <a:ext cx="502192" cy="502192"/>
          </a:xfrm>
          <a:prstGeom prst="rect">
            <a:avLst/>
          </a:prstGeom>
        </p:spPr>
      </p:pic>
      <p:pic>
        <p:nvPicPr>
          <p:cNvPr id="25" name="Immagine 24" descr="Immagine che contiene Elementi grafici, cerchio, logo, simbolo&#10;&#10;Il contenuto generato dall'IA potrebbe non essere corretto.">
            <a:extLst>
              <a:ext uri="{FF2B5EF4-FFF2-40B4-BE49-F238E27FC236}">
                <a16:creationId xmlns:a16="http://schemas.microsoft.com/office/drawing/2014/main" id="{B7A352A2-CC46-E9BD-5950-864BE9491DF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7013" y="1396765"/>
            <a:ext cx="502193" cy="502193"/>
          </a:xfrm>
          <a:prstGeom prst="rect">
            <a:avLst/>
          </a:prstGeom>
        </p:spPr>
      </p:pic>
      <p:pic>
        <p:nvPicPr>
          <p:cNvPr id="27" name="Immagine 26" descr="Immagine che contiene Elementi grafici, cerchio, logo, Blu elettrico&#10;&#10;Il contenuto generato dall'IA potrebbe non essere corretto.">
            <a:extLst>
              <a:ext uri="{FF2B5EF4-FFF2-40B4-BE49-F238E27FC236}">
                <a16:creationId xmlns:a16="http://schemas.microsoft.com/office/drawing/2014/main" id="{C8BC2D3D-3467-1633-BE94-6838EA246E8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3985" y="4922703"/>
            <a:ext cx="502193" cy="502193"/>
          </a:xfrm>
          <a:prstGeom prst="rect">
            <a:avLst/>
          </a:prstGeom>
        </p:spPr>
      </p:pic>
      <p:pic>
        <p:nvPicPr>
          <p:cNvPr id="2" name="Immagine 1" descr="Immagine che contiene schermata, Elementi grafici, Carattere, Blu elettrico&#10;&#10;Il contenuto generato dall'IA potrebbe non essere corretto.">
            <a:extLst>
              <a:ext uri="{FF2B5EF4-FFF2-40B4-BE49-F238E27FC236}">
                <a16:creationId xmlns:a16="http://schemas.microsoft.com/office/drawing/2014/main" id="{0624149E-2DA6-9720-5093-01BF6AF9021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774" y="361213"/>
            <a:ext cx="707886" cy="707886"/>
          </a:xfrm>
          <a:prstGeom prst="rect">
            <a:avLst/>
          </a:prstGeom>
        </p:spPr>
      </p:pic>
      <p:pic>
        <p:nvPicPr>
          <p:cNvPr id="24" name="Immagine 23" descr="Immagine che contiene Elementi grafici, schermata, simbolo, Carattere&#10;&#10;Il contenuto generato dall'IA potrebbe non essere corretto.">
            <a:extLst>
              <a:ext uri="{FF2B5EF4-FFF2-40B4-BE49-F238E27FC236}">
                <a16:creationId xmlns:a16="http://schemas.microsoft.com/office/drawing/2014/main" id="{AC99FF4C-E7DB-9836-3287-C2E51BED0D3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853" y="6173960"/>
            <a:ext cx="425285" cy="425285"/>
          </a:xfrm>
          <a:prstGeom prst="rect">
            <a:avLst/>
          </a:prstGeom>
        </p:spPr>
      </p:pic>
      <p:pic>
        <p:nvPicPr>
          <p:cNvPr id="26" name="Immagine 25" descr="Immagine che contiene simbolo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7EA72547-FFAC-D76C-57C3-D7CD4E64431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3793" y="6195418"/>
            <a:ext cx="425286" cy="425286"/>
          </a:xfrm>
          <a:prstGeom prst="rect">
            <a:avLst/>
          </a:prstGeom>
        </p:spPr>
      </p:pic>
      <p:pic>
        <p:nvPicPr>
          <p:cNvPr id="28" name="Immagine 27" descr="Immagine che contiene simbolo, Elementi grafici, arte, design&#10;&#10;Il contenuto generato dall'IA potrebbe non essere corretto.">
            <a:extLst>
              <a:ext uri="{FF2B5EF4-FFF2-40B4-BE49-F238E27FC236}">
                <a16:creationId xmlns:a16="http://schemas.microsoft.com/office/drawing/2014/main" id="{324CD969-D3C5-49BF-0DAE-CDFE13BC8F7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6653" y="6195418"/>
            <a:ext cx="425286" cy="425286"/>
          </a:xfrm>
          <a:prstGeom prst="rect">
            <a:avLst/>
          </a:prstGeom>
        </p:spPr>
      </p:pic>
      <p:pic>
        <p:nvPicPr>
          <p:cNvPr id="29" name="Immagine 28" descr="Immagine che contiene Elementi grafici, grafica, simbolo, Carattere&#10;&#10;Il contenuto generato dall'IA potrebbe non essere corretto.">
            <a:extLst>
              <a:ext uri="{FF2B5EF4-FFF2-40B4-BE49-F238E27FC236}">
                <a16:creationId xmlns:a16="http://schemas.microsoft.com/office/drawing/2014/main" id="{AF9E341D-24E6-B04A-179B-F1B1820529F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0137" y="6201694"/>
            <a:ext cx="425286" cy="425286"/>
          </a:xfrm>
          <a:prstGeom prst="rect">
            <a:avLst/>
          </a:prstGeom>
        </p:spPr>
      </p:pic>
      <p:pic>
        <p:nvPicPr>
          <p:cNvPr id="30" name="Immagine 29" descr="Immagine che contiene schermata, Blu elettrico, simbolo, numero&#10;&#10;Il contenuto generato dall'IA potrebbe non essere corretto.">
            <a:extLst>
              <a:ext uri="{FF2B5EF4-FFF2-40B4-BE49-F238E27FC236}">
                <a16:creationId xmlns:a16="http://schemas.microsoft.com/office/drawing/2014/main" id="{C1AD08CE-DDD2-984C-591D-EE416EB7053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167" y="6195419"/>
            <a:ext cx="425285" cy="425285"/>
          </a:xfrm>
          <a:prstGeom prst="rect">
            <a:avLst/>
          </a:prstGeom>
        </p:spPr>
      </p:pic>
      <p:pic>
        <p:nvPicPr>
          <p:cNvPr id="31" name="Immagine 30" descr="Immagine che contiene simbolo, Elementi grafici, Carattere&#10;&#10;Il contenuto generato dall'IA potrebbe non essere corretto.">
            <a:extLst>
              <a:ext uri="{FF2B5EF4-FFF2-40B4-BE49-F238E27FC236}">
                <a16:creationId xmlns:a16="http://schemas.microsoft.com/office/drawing/2014/main" id="{E7554B39-1641-E608-9539-17487CA368C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8431" y="6195418"/>
            <a:ext cx="425287" cy="425287"/>
          </a:xfrm>
          <a:prstGeom prst="rect">
            <a:avLst/>
          </a:prstGeom>
        </p:spPr>
      </p:pic>
      <p:pic>
        <p:nvPicPr>
          <p:cNvPr id="32" name="Immagine 31" descr="Immagine che contiene schermata, Elementi grafici, Carattere, Blu elettrico&#10;&#10;Il contenuto generato dall'IA potrebbe non essere corretto.">
            <a:extLst>
              <a:ext uri="{FF2B5EF4-FFF2-40B4-BE49-F238E27FC236}">
                <a16:creationId xmlns:a16="http://schemas.microsoft.com/office/drawing/2014/main" id="{EA7EB6FE-A04C-D72E-C02F-775F0BCB42A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267" y="6107061"/>
            <a:ext cx="559081" cy="559081"/>
          </a:xfrm>
          <a:prstGeom prst="rect">
            <a:avLst/>
          </a:prstGeom>
        </p:spPr>
      </p:pic>
      <p:pic>
        <p:nvPicPr>
          <p:cNvPr id="33" name="Immagine 32" descr="Immagine che contiene triangolo, simbolo, linea, stella&#10;&#10;Il contenuto generato dall'IA potrebbe non essere corretto.">
            <a:extLst>
              <a:ext uri="{FF2B5EF4-FFF2-40B4-BE49-F238E27FC236}">
                <a16:creationId xmlns:a16="http://schemas.microsoft.com/office/drawing/2014/main" id="{798C3A98-A955-1C94-69ED-763984658B9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884" y="6431031"/>
            <a:ext cx="277176" cy="277176"/>
          </a:xfrm>
          <a:prstGeom prst="rect">
            <a:avLst/>
          </a:prstGeom>
        </p:spPr>
      </p:pic>
      <p:pic>
        <p:nvPicPr>
          <p:cNvPr id="5" name="Immagine 4" descr="Immagine che contiene schermata, smartphone&#10;&#10;Il contenuto generato dall'IA potrebbe non essere corretto.">
            <a:extLst>
              <a:ext uri="{FF2B5EF4-FFF2-40B4-BE49-F238E27FC236}">
                <a16:creationId xmlns:a16="http://schemas.microsoft.com/office/drawing/2014/main" id="{6C641FEA-DC61-09B8-7C78-DE40D281C8D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7860" y="2308083"/>
            <a:ext cx="1077040" cy="1883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9839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313FB-78C7-18A2-FEBE-7D822C8B6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FE9E816E-B00F-2D3A-BB95-8CB7E82C30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208596" cy="6858000"/>
          </a:xfrm>
          <a:prstGeom prst="roundRect">
            <a:avLst>
              <a:gd name="adj" fmla="val 0"/>
            </a:avLst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5" name="Immagine 4" descr="Immagine che contiene testo, schermata, Carattere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BA6631CB-6722-41AE-9167-116072464BE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print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0" b="2499"/>
          <a:stretch/>
        </p:blipFill>
        <p:spPr>
          <a:xfrm rot="16200000">
            <a:off x="4444999" y="-34204"/>
            <a:ext cx="3350357" cy="7303790"/>
          </a:xfrm>
          <a:prstGeom prst="rect">
            <a:avLst/>
          </a:prstGeom>
        </p:spPr>
      </p:pic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6819F925-77AD-1E8E-7969-C09833F62CD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55921" y="185195"/>
            <a:ext cx="896556" cy="896556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A91A5051-C982-F76D-9D48-4629A76C093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141592" y="4081412"/>
            <a:ext cx="1721620" cy="578882"/>
          </a:xfrm>
          <a:prstGeom prst="roundRect">
            <a:avLst/>
          </a:prstGeom>
          <a:solidFill>
            <a:srgbClr val="315786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solidFill>
                  <a:schemeClr val="bg1">
                    <a:lumMod val="95000"/>
                  </a:schemeClr>
                </a:solidFill>
                <a:latin typeface="Abadi" panose="020B0604020104020204" pitchFamily="34" charset="0"/>
              </a:rPr>
              <a:t>Data</a:t>
            </a:r>
          </a:p>
          <a:p>
            <a:pPr algn="ctr"/>
            <a:r>
              <a:rPr lang="en-US" sz="1400">
                <a:solidFill>
                  <a:schemeClr val="bg1">
                    <a:lumMod val="95000"/>
                  </a:schemeClr>
                </a:solidFill>
                <a:latin typeface="Abadi" panose="020B0604020104020204" pitchFamily="34" charset="0"/>
              </a:rPr>
              <a:t>Process</a:t>
            </a:r>
            <a:r>
              <a:rPr lang="en-US" sz="1400" noProof="0" err="1">
                <a:solidFill>
                  <a:schemeClr val="bg1">
                    <a:lumMod val="95000"/>
                  </a:schemeClr>
                </a:solidFill>
                <a:latin typeface="Abadi" panose="020B0604020104020204" pitchFamily="34" charset="0"/>
              </a:rPr>
              <a:t>ing</a:t>
            </a:r>
            <a:endParaRPr lang="en-US" sz="1400" noProof="0">
              <a:solidFill>
                <a:schemeClr val="bg1">
                  <a:lumMod val="95000"/>
                </a:schemeClr>
              </a:solidFill>
              <a:latin typeface="Abadi" panose="020B0604020104020204" pitchFamily="34" charset="0"/>
            </a:endParaRPr>
          </a:p>
        </p:txBody>
      </p:sp>
      <p:pic>
        <p:nvPicPr>
          <p:cNvPr id="24" name="Immagine 23" descr="Immagine che contiene cerchio, Elementi grafici, logo, simbolo&#10;&#10;Il contenuto generato dall'IA potrebbe non essere corretto.">
            <a:extLst>
              <a:ext uri="{FF2B5EF4-FFF2-40B4-BE49-F238E27FC236}">
                <a16:creationId xmlns:a16="http://schemas.microsoft.com/office/drawing/2014/main" id="{D5B7AD37-9F33-447E-FEBB-67FBE04A34A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3195" y="2488606"/>
            <a:ext cx="799059" cy="799059"/>
          </a:xfrm>
          <a:prstGeom prst="rect">
            <a:avLst/>
          </a:prstGeom>
        </p:spPr>
      </p:pic>
      <p:pic>
        <p:nvPicPr>
          <p:cNvPr id="33" name="Immagine 32" descr="Immagine che contiene cerchio, Elementi grafici, Carattere, logo&#10;&#10;Il contenuto generato dall'IA potrebbe non essere corretto.">
            <a:extLst>
              <a:ext uri="{FF2B5EF4-FFF2-40B4-BE49-F238E27FC236}">
                <a16:creationId xmlns:a16="http://schemas.microsoft.com/office/drawing/2014/main" id="{D8FACFC6-E155-2628-E4C3-D0C7B27561B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2873" y="2488606"/>
            <a:ext cx="799059" cy="799059"/>
          </a:xfrm>
          <a:prstGeom prst="rect">
            <a:avLst/>
          </a:prstGeom>
        </p:spPr>
      </p:pic>
      <p:pic>
        <p:nvPicPr>
          <p:cNvPr id="35" name="Immagine 34" descr="Immagine che contiene Elementi grafici, clipart, cerchio, simbolo&#10;&#10;Il contenuto generato dall'IA potrebbe non essere corretto.">
            <a:extLst>
              <a:ext uri="{FF2B5EF4-FFF2-40B4-BE49-F238E27FC236}">
                <a16:creationId xmlns:a16="http://schemas.microsoft.com/office/drawing/2014/main" id="{362229DD-F68C-23D0-87FD-F79A05599EC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5451" y="2471663"/>
            <a:ext cx="799060" cy="799060"/>
          </a:xfrm>
          <a:prstGeom prst="rect">
            <a:avLst/>
          </a:prstGeom>
        </p:spPr>
      </p:pic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5A47DD7E-4351-5D90-30B8-1A1219EC3E9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241914" y="4081412"/>
            <a:ext cx="1721620" cy="578882"/>
          </a:xfrm>
          <a:prstGeom prst="roundRect">
            <a:avLst/>
          </a:prstGeom>
          <a:solidFill>
            <a:srgbClr val="315786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noProof="0">
                <a:solidFill>
                  <a:schemeClr val="bg1">
                    <a:lumMod val="95000"/>
                  </a:schemeClr>
                </a:solidFill>
                <a:latin typeface="Abadi" panose="020B0604020104020204" pitchFamily="34" charset="0"/>
              </a:rPr>
              <a:t>Feature</a:t>
            </a:r>
            <a:br>
              <a:rPr lang="en-US" sz="1400" noProof="0">
                <a:solidFill>
                  <a:schemeClr val="bg1">
                    <a:lumMod val="95000"/>
                  </a:schemeClr>
                </a:solidFill>
                <a:latin typeface="Abadi" panose="020B0604020104020204" pitchFamily="34" charset="0"/>
              </a:rPr>
            </a:br>
            <a:r>
              <a:rPr lang="en-US" sz="1400" noProof="0">
                <a:solidFill>
                  <a:schemeClr val="bg1">
                    <a:lumMod val="95000"/>
                  </a:schemeClr>
                </a:solidFill>
                <a:latin typeface="Abadi" panose="020B0604020104020204" pitchFamily="34" charset="0"/>
              </a:rPr>
              <a:t>Extraction</a:t>
            </a: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9A211B37-3C1B-28D6-6927-A7AC1288D3A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354171" y="4081412"/>
            <a:ext cx="1721620" cy="578882"/>
          </a:xfrm>
          <a:prstGeom prst="roundRect">
            <a:avLst/>
          </a:prstGeom>
          <a:solidFill>
            <a:srgbClr val="315786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noProof="0">
                <a:solidFill>
                  <a:schemeClr val="bg1">
                    <a:lumMod val="95000"/>
                  </a:schemeClr>
                </a:solidFill>
                <a:latin typeface="Abadi" panose="020B0604020104020204" pitchFamily="34" charset="0"/>
              </a:rPr>
              <a:t>Model</a:t>
            </a:r>
            <a:br>
              <a:rPr lang="en-US" sz="1400" noProof="0">
                <a:solidFill>
                  <a:schemeClr val="bg1">
                    <a:lumMod val="95000"/>
                  </a:schemeClr>
                </a:solidFill>
                <a:latin typeface="Abadi" panose="020B0604020104020204" pitchFamily="34" charset="0"/>
              </a:rPr>
            </a:br>
            <a:r>
              <a:rPr lang="en-US" sz="1400" noProof="0">
                <a:solidFill>
                  <a:schemeClr val="bg1">
                    <a:lumMod val="95000"/>
                  </a:schemeClr>
                </a:solidFill>
                <a:latin typeface="Abadi" panose="020B0604020104020204" pitchFamily="34" charset="0"/>
              </a:rPr>
              <a:t>Prediction</a:t>
            </a:r>
          </a:p>
        </p:txBody>
      </p:sp>
      <p:cxnSp>
        <p:nvCxnSpPr>
          <p:cNvPr id="38" name="Connettore diritto 37">
            <a:extLst>
              <a:ext uri="{FF2B5EF4-FFF2-40B4-BE49-F238E27FC236}">
                <a16:creationId xmlns:a16="http://schemas.microsoft.com/office/drawing/2014/main" id="{23A546C3-FB1B-95EF-9A9E-C82473629F7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4009621" y="3470545"/>
            <a:ext cx="0" cy="424778"/>
          </a:xfrm>
          <a:prstGeom prst="line">
            <a:avLst/>
          </a:prstGeom>
          <a:ln>
            <a:solidFill>
              <a:srgbClr val="315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ttore diritto 40">
            <a:extLst>
              <a:ext uri="{FF2B5EF4-FFF2-40B4-BE49-F238E27FC236}">
                <a16:creationId xmlns:a16="http://schemas.microsoft.com/office/drawing/2014/main" id="{D5AFF466-756D-8450-5398-6C90078DB650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6112741" y="3470545"/>
            <a:ext cx="0" cy="424778"/>
          </a:xfrm>
          <a:prstGeom prst="line">
            <a:avLst/>
          </a:prstGeom>
          <a:ln>
            <a:solidFill>
              <a:srgbClr val="315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ttore diritto 41">
            <a:extLst>
              <a:ext uri="{FF2B5EF4-FFF2-40B4-BE49-F238E27FC236}">
                <a16:creationId xmlns:a16="http://schemas.microsoft.com/office/drawing/2014/main" id="{97149BDC-2A98-688D-5AD4-FB8108AD212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8226021" y="3470545"/>
            <a:ext cx="0" cy="424778"/>
          </a:xfrm>
          <a:prstGeom prst="line">
            <a:avLst/>
          </a:prstGeom>
          <a:ln>
            <a:solidFill>
              <a:srgbClr val="315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3E5662A4-D3F5-7655-5645-1E206D166DA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29810" y="365131"/>
            <a:ext cx="6849319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800" b="1">
                <a:solidFill>
                  <a:srgbClr val="00255E"/>
                </a:solidFill>
                <a:latin typeface="Abadi" panose="020B0604020104020204" pitchFamily="34" charset="0"/>
              </a:rPr>
              <a:t>Mobile Architecture </a:t>
            </a:r>
            <a:r>
              <a:rPr lang="it-IT" sz="3800" b="1" err="1">
                <a:solidFill>
                  <a:srgbClr val="00255E"/>
                </a:solidFill>
                <a:latin typeface="Abadi" panose="020B0604020104020204" pitchFamily="34" charset="0"/>
              </a:rPr>
              <a:t>Overview</a:t>
            </a:r>
            <a:endParaRPr lang="it-IT" sz="3800" b="1">
              <a:solidFill>
                <a:srgbClr val="00255E"/>
              </a:solidFill>
              <a:latin typeface="Abadi" panose="020B0604020104020204" pitchFamily="34" charset="0"/>
            </a:endParaRPr>
          </a:p>
        </p:txBody>
      </p:sp>
      <p:cxnSp>
        <p:nvCxnSpPr>
          <p:cNvPr id="46" name="Connettore 2 45">
            <a:extLst>
              <a:ext uri="{FF2B5EF4-FFF2-40B4-BE49-F238E27FC236}">
                <a16:creationId xmlns:a16="http://schemas.microsoft.com/office/drawing/2014/main" id="{7CBC7848-174A-8275-288B-0626873134A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4649700" y="2889483"/>
            <a:ext cx="802640" cy="0"/>
          </a:xfrm>
          <a:prstGeom prst="straightConnector1">
            <a:avLst/>
          </a:prstGeom>
          <a:ln>
            <a:solidFill>
              <a:srgbClr val="31578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ttore 2 46">
            <a:extLst>
              <a:ext uri="{FF2B5EF4-FFF2-40B4-BE49-F238E27FC236}">
                <a16:creationId xmlns:a16="http://schemas.microsoft.com/office/drawing/2014/main" id="{CB325BD1-A16A-9ECE-C0DA-1BA0115A6C5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6762980" y="2889483"/>
            <a:ext cx="802640" cy="0"/>
          </a:xfrm>
          <a:prstGeom prst="straightConnector1">
            <a:avLst/>
          </a:prstGeom>
          <a:ln>
            <a:solidFill>
              <a:srgbClr val="31578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Immagine 2" descr="Immagine che contiene schermata, Elementi grafici, Carattere, Blu elettrico&#10;&#10;Il contenuto generato dall'IA potrebbe non essere corretto.">
            <a:extLst>
              <a:ext uri="{FF2B5EF4-FFF2-40B4-BE49-F238E27FC236}">
                <a16:creationId xmlns:a16="http://schemas.microsoft.com/office/drawing/2014/main" id="{EF4CF973-598C-41B6-56A0-1EA263597CD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774" y="361213"/>
            <a:ext cx="707886" cy="707886"/>
          </a:xfrm>
          <a:prstGeom prst="rect">
            <a:avLst/>
          </a:prstGeom>
        </p:spPr>
      </p:pic>
      <p:pic>
        <p:nvPicPr>
          <p:cNvPr id="16" name="Immagine 15" descr="Immagine che contiene Elementi grafici, schermata, simbolo, Carattere&#10;&#10;Il contenuto generato dall'IA potrebbe non essere corretto.">
            <a:extLst>
              <a:ext uri="{FF2B5EF4-FFF2-40B4-BE49-F238E27FC236}">
                <a16:creationId xmlns:a16="http://schemas.microsoft.com/office/drawing/2014/main" id="{8C10301D-154B-90DD-0A56-D8B9615EBC3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853" y="6173960"/>
            <a:ext cx="425285" cy="425285"/>
          </a:xfrm>
          <a:prstGeom prst="rect">
            <a:avLst/>
          </a:prstGeom>
        </p:spPr>
      </p:pic>
      <p:pic>
        <p:nvPicPr>
          <p:cNvPr id="17" name="Immagine 16" descr="Immagine che contiene simbolo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645D39B1-846C-718A-005E-CB47F7BE880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3793" y="6195418"/>
            <a:ext cx="425286" cy="425286"/>
          </a:xfrm>
          <a:prstGeom prst="rect">
            <a:avLst/>
          </a:prstGeom>
        </p:spPr>
      </p:pic>
      <p:pic>
        <p:nvPicPr>
          <p:cNvPr id="18" name="Immagine 17" descr="Immagine che contiene simbolo, Elementi grafici, arte, design&#10;&#10;Il contenuto generato dall'IA potrebbe non essere corretto.">
            <a:extLst>
              <a:ext uri="{FF2B5EF4-FFF2-40B4-BE49-F238E27FC236}">
                <a16:creationId xmlns:a16="http://schemas.microsoft.com/office/drawing/2014/main" id="{56240206-A83F-C393-CB34-1E20077A22C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6653" y="6195418"/>
            <a:ext cx="425286" cy="425286"/>
          </a:xfrm>
          <a:prstGeom prst="rect">
            <a:avLst/>
          </a:prstGeom>
        </p:spPr>
      </p:pic>
      <p:pic>
        <p:nvPicPr>
          <p:cNvPr id="19" name="Immagine 18" descr="Immagine che contiene Elementi grafici, grafica, simbolo, Carattere&#10;&#10;Il contenuto generato dall'IA potrebbe non essere corretto.">
            <a:extLst>
              <a:ext uri="{FF2B5EF4-FFF2-40B4-BE49-F238E27FC236}">
                <a16:creationId xmlns:a16="http://schemas.microsoft.com/office/drawing/2014/main" id="{9EA532A1-11B1-49B1-D1AD-CC0B031C85F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0137" y="6201694"/>
            <a:ext cx="425286" cy="425286"/>
          </a:xfrm>
          <a:prstGeom prst="rect">
            <a:avLst/>
          </a:prstGeom>
        </p:spPr>
      </p:pic>
      <p:pic>
        <p:nvPicPr>
          <p:cNvPr id="20" name="Immagine 19" descr="Immagine che contiene schermata, Blu elettrico, simbolo, numero&#10;&#10;Il contenuto generato dall'IA potrebbe non essere corretto.">
            <a:extLst>
              <a:ext uri="{FF2B5EF4-FFF2-40B4-BE49-F238E27FC236}">
                <a16:creationId xmlns:a16="http://schemas.microsoft.com/office/drawing/2014/main" id="{B50AE12F-37DB-F746-A061-653AC6DE970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167" y="6195419"/>
            <a:ext cx="425285" cy="425285"/>
          </a:xfrm>
          <a:prstGeom prst="rect">
            <a:avLst/>
          </a:prstGeom>
        </p:spPr>
      </p:pic>
      <p:pic>
        <p:nvPicPr>
          <p:cNvPr id="21" name="Immagine 20" descr="Immagine che contiene simbolo, Elementi grafici, Carattere&#10;&#10;Il contenuto generato dall'IA potrebbe non essere corretto.">
            <a:extLst>
              <a:ext uri="{FF2B5EF4-FFF2-40B4-BE49-F238E27FC236}">
                <a16:creationId xmlns:a16="http://schemas.microsoft.com/office/drawing/2014/main" id="{2F841F73-A68A-D01B-6483-8CCB7B89534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8431" y="6195418"/>
            <a:ext cx="425287" cy="425287"/>
          </a:xfrm>
          <a:prstGeom prst="rect">
            <a:avLst/>
          </a:prstGeom>
        </p:spPr>
      </p:pic>
      <p:pic>
        <p:nvPicPr>
          <p:cNvPr id="22" name="Immagine 21" descr="Immagine che contiene schermata, Elementi grafici, Carattere, Blu elettrico&#10;&#10;Il contenuto generato dall'IA potrebbe non essere corretto.">
            <a:extLst>
              <a:ext uri="{FF2B5EF4-FFF2-40B4-BE49-F238E27FC236}">
                <a16:creationId xmlns:a16="http://schemas.microsoft.com/office/drawing/2014/main" id="{5E21C28A-0E19-6B6E-EE57-27FB66C8CD3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9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267" y="6107061"/>
            <a:ext cx="559081" cy="559081"/>
          </a:xfrm>
          <a:prstGeom prst="rect">
            <a:avLst/>
          </a:prstGeom>
        </p:spPr>
      </p:pic>
      <p:pic>
        <p:nvPicPr>
          <p:cNvPr id="23" name="Immagine 22" descr="Immagine che contiene triangolo, simbolo, linea, stella&#10;&#10;Il contenuto generato dall'IA potrebbe non essere corretto.">
            <a:extLst>
              <a:ext uri="{FF2B5EF4-FFF2-40B4-BE49-F238E27FC236}">
                <a16:creationId xmlns:a16="http://schemas.microsoft.com/office/drawing/2014/main" id="{2FBA487E-F148-2D71-9E8B-515A13F0C98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884" y="6431031"/>
            <a:ext cx="277176" cy="277176"/>
          </a:xfrm>
          <a:prstGeom prst="rect">
            <a:avLst/>
          </a:prstGeom>
        </p:spPr>
      </p:pic>
      <p:pic>
        <p:nvPicPr>
          <p:cNvPr id="2" name="Immagine 1" descr="Immagine che contiene schermata, smartphone&#10;&#10;Il contenuto generato dall'IA potrebbe non essere corretto.">
            <a:extLst>
              <a:ext uri="{FF2B5EF4-FFF2-40B4-BE49-F238E27FC236}">
                <a16:creationId xmlns:a16="http://schemas.microsoft.com/office/drawing/2014/main" id="{C7CE7F97-3A1F-42DA-DFA7-CA0A655ACD1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181766" y="-256577"/>
            <a:ext cx="3861950" cy="7750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9657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40000">
              <a:srgbClr val="EFF0F4"/>
            </a:gs>
            <a:gs pos="0">
              <a:srgbClr val="D3DCEE"/>
            </a:gs>
            <a:gs pos="100000">
              <a:srgbClr val="D3DCEE"/>
            </a:gs>
          </a:gsLst>
          <a:lin ang="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17D3CE-850C-05FB-E78F-06EB6A3DE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C2E6CD3D-13EF-47E1-8B23-93600F8D44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208596" cy="6858000"/>
          </a:xfrm>
          <a:prstGeom prst="roundRect">
            <a:avLst>
              <a:gd name="adj" fmla="val 0"/>
            </a:avLst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Freccia a gallone 4">
            <a:extLst>
              <a:ext uri="{FF2B5EF4-FFF2-40B4-BE49-F238E27FC236}">
                <a16:creationId xmlns:a16="http://schemas.microsoft.com/office/drawing/2014/main" id="{8DF66578-937D-55E7-6EB9-CA0B639920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454636" y="3277047"/>
            <a:ext cx="688258" cy="566557"/>
          </a:xfrm>
          <a:prstGeom prst="chevron">
            <a:avLst/>
          </a:prstGeom>
          <a:solidFill>
            <a:srgbClr val="A59EE1"/>
          </a:solidFill>
          <a:ln>
            <a:solidFill>
              <a:srgbClr val="A59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16" name="Freccia a gallone 15">
            <a:extLst>
              <a:ext uri="{FF2B5EF4-FFF2-40B4-BE49-F238E27FC236}">
                <a16:creationId xmlns:a16="http://schemas.microsoft.com/office/drawing/2014/main" id="{7767CC54-BF21-7C27-E75B-FC5C8E1441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47057" y="3277051"/>
            <a:ext cx="688258" cy="566557"/>
          </a:xfrm>
          <a:prstGeom prst="chevron">
            <a:avLst/>
          </a:prstGeom>
          <a:solidFill>
            <a:srgbClr val="A59EE1"/>
          </a:solidFill>
          <a:ln>
            <a:solidFill>
              <a:srgbClr val="A59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18" name="Freccia a gallone 17">
            <a:extLst>
              <a:ext uri="{FF2B5EF4-FFF2-40B4-BE49-F238E27FC236}">
                <a16:creationId xmlns:a16="http://schemas.microsoft.com/office/drawing/2014/main" id="{712E9C0B-C178-849B-C920-28159B66123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835315" y="3277051"/>
            <a:ext cx="688258" cy="566557"/>
          </a:xfrm>
          <a:prstGeom prst="chevron">
            <a:avLst/>
          </a:prstGeom>
          <a:solidFill>
            <a:srgbClr val="A59EE1"/>
          </a:solidFill>
          <a:ln>
            <a:solidFill>
              <a:srgbClr val="A59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19" name="Freccia a gallone 18">
            <a:extLst>
              <a:ext uri="{FF2B5EF4-FFF2-40B4-BE49-F238E27FC236}">
                <a16:creationId xmlns:a16="http://schemas.microsoft.com/office/drawing/2014/main" id="{15E37694-07EF-8E59-9EE6-73B563FB1F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523573" y="3277050"/>
            <a:ext cx="688258" cy="566557"/>
          </a:xfrm>
          <a:prstGeom prst="chevron">
            <a:avLst/>
          </a:prstGeom>
          <a:solidFill>
            <a:srgbClr val="A59EE1"/>
          </a:solidFill>
          <a:ln>
            <a:solidFill>
              <a:srgbClr val="A59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20" name="Freccia a gallone 19">
            <a:extLst>
              <a:ext uri="{FF2B5EF4-FFF2-40B4-BE49-F238E27FC236}">
                <a16:creationId xmlns:a16="http://schemas.microsoft.com/office/drawing/2014/main" id="{F9B66077-5013-6D47-5B41-5ACB140D7B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7668" y="3277051"/>
            <a:ext cx="688258" cy="566557"/>
          </a:xfrm>
          <a:prstGeom prst="chevron">
            <a:avLst/>
          </a:prstGeom>
          <a:solidFill>
            <a:srgbClr val="A59EE1"/>
          </a:solidFill>
          <a:ln>
            <a:solidFill>
              <a:srgbClr val="A59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21" name="Freccia a gallone 20">
            <a:extLst>
              <a:ext uri="{FF2B5EF4-FFF2-40B4-BE49-F238E27FC236}">
                <a16:creationId xmlns:a16="http://schemas.microsoft.com/office/drawing/2014/main" id="{F9F968F6-75BC-4D5E-64C8-11D35FB8216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00089" y="3277048"/>
            <a:ext cx="688258" cy="566557"/>
          </a:xfrm>
          <a:prstGeom prst="chevron">
            <a:avLst/>
          </a:prstGeom>
          <a:solidFill>
            <a:srgbClr val="A59EE1"/>
          </a:solidFill>
          <a:ln>
            <a:solidFill>
              <a:srgbClr val="A59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22" name="Freccia a gallone 21">
            <a:extLst>
              <a:ext uri="{FF2B5EF4-FFF2-40B4-BE49-F238E27FC236}">
                <a16:creationId xmlns:a16="http://schemas.microsoft.com/office/drawing/2014/main" id="{2139BACD-9987-ECB5-5EC8-FDC3AAFF8A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588347" y="3277047"/>
            <a:ext cx="688258" cy="566557"/>
          </a:xfrm>
          <a:prstGeom prst="chevron">
            <a:avLst/>
          </a:prstGeom>
          <a:solidFill>
            <a:srgbClr val="A59EE1"/>
          </a:solidFill>
          <a:ln>
            <a:solidFill>
              <a:srgbClr val="A59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23" name="Freccia a gallone 22">
            <a:extLst>
              <a:ext uri="{FF2B5EF4-FFF2-40B4-BE49-F238E27FC236}">
                <a16:creationId xmlns:a16="http://schemas.microsoft.com/office/drawing/2014/main" id="{5DF9BFBC-B4CF-C9D8-3632-5757B390257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76605" y="3277051"/>
            <a:ext cx="688258" cy="566557"/>
          </a:xfrm>
          <a:prstGeom prst="chevron">
            <a:avLst/>
          </a:prstGeom>
          <a:solidFill>
            <a:srgbClr val="A59EE1"/>
          </a:solidFill>
          <a:ln>
            <a:solidFill>
              <a:srgbClr val="A59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24" name="Freccia a gallone 23">
            <a:extLst>
              <a:ext uri="{FF2B5EF4-FFF2-40B4-BE49-F238E27FC236}">
                <a16:creationId xmlns:a16="http://schemas.microsoft.com/office/drawing/2014/main" id="{6965A0A4-8165-3635-F3B4-5CCA47FE6A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969026" y="3277048"/>
            <a:ext cx="688258" cy="566557"/>
          </a:xfrm>
          <a:prstGeom prst="chevron">
            <a:avLst/>
          </a:prstGeom>
          <a:solidFill>
            <a:srgbClr val="A59EE1"/>
          </a:solidFill>
          <a:ln>
            <a:solidFill>
              <a:srgbClr val="A59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25" name="Freccia a gallone 24">
            <a:extLst>
              <a:ext uri="{FF2B5EF4-FFF2-40B4-BE49-F238E27FC236}">
                <a16:creationId xmlns:a16="http://schemas.microsoft.com/office/drawing/2014/main" id="{D164F6AC-F44B-2D59-B4C7-89922D6084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57284" y="3277047"/>
            <a:ext cx="688258" cy="566557"/>
          </a:xfrm>
          <a:prstGeom prst="chevron">
            <a:avLst/>
          </a:prstGeom>
          <a:solidFill>
            <a:srgbClr val="A59EE1"/>
          </a:solidFill>
          <a:ln>
            <a:solidFill>
              <a:srgbClr val="A59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26" name="Freccia a gallone 25">
            <a:extLst>
              <a:ext uri="{FF2B5EF4-FFF2-40B4-BE49-F238E27FC236}">
                <a16:creationId xmlns:a16="http://schemas.microsoft.com/office/drawing/2014/main" id="{E323225F-1EC1-976F-6A27-73F2B42D7A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345542" y="3277051"/>
            <a:ext cx="688258" cy="566557"/>
          </a:xfrm>
          <a:prstGeom prst="chevron">
            <a:avLst/>
          </a:prstGeom>
          <a:solidFill>
            <a:srgbClr val="A59EE1"/>
          </a:solidFill>
          <a:ln>
            <a:solidFill>
              <a:srgbClr val="A59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27" name="Freccia a gallone 26">
            <a:extLst>
              <a:ext uri="{FF2B5EF4-FFF2-40B4-BE49-F238E27FC236}">
                <a16:creationId xmlns:a16="http://schemas.microsoft.com/office/drawing/2014/main" id="{BC1BCC1A-D165-387A-438B-9373837D96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37963" y="3277048"/>
            <a:ext cx="688258" cy="566557"/>
          </a:xfrm>
          <a:prstGeom prst="chevron">
            <a:avLst/>
          </a:prstGeom>
          <a:solidFill>
            <a:srgbClr val="A59EE1"/>
          </a:solidFill>
          <a:ln>
            <a:solidFill>
              <a:srgbClr val="A59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D1EA66D0-F508-8144-4C5B-5597405FD61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42132" y="373865"/>
            <a:ext cx="90716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600" b="1">
                <a:solidFill>
                  <a:srgbClr val="00255E"/>
                </a:solidFill>
                <a:latin typeface="Abadi" panose="020B0604020104020204" pitchFamily="34" charset="0"/>
              </a:rPr>
              <a:t>User Interface and Features</a:t>
            </a:r>
          </a:p>
        </p:txBody>
      </p:sp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FFE5EE78-8725-9D07-C184-21CD574A1C1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55921" y="185195"/>
            <a:ext cx="896556" cy="896556"/>
          </a:xfrm>
          <a:prstGeom prst="rect">
            <a:avLst/>
          </a:prstGeom>
        </p:spPr>
      </p:pic>
      <p:pic>
        <p:nvPicPr>
          <p:cNvPr id="17" name="Immagine 16" descr="Immagine che contiene schermata, Blu elettrico, simbolo, numero&#10;&#10;Il contenuto generato dall'IA potrebbe non essere corretto.">
            <a:extLst>
              <a:ext uri="{FF2B5EF4-FFF2-40B4-BE49-F238E27FC236}">
                <a16:creationId xmlns:a16="http://schemas.microsoft.com/office/drawing/2014/main" id="{7C52D30D-3EC1-44F6-82EF-68BC71E7187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76" y="349960"/>
            <a:ext cx="567026" cy="567026"/>
          </a:xfrm>
          <a:prstGeom prst="rect">
            <a:avLst/>
          </a:prstGeom>
        </p:spPr>
      </p:pic>
      <p:pic>
        <p:nvPicPr>
          <p:cNvPr id="11" name="Immagine 10" descr="Immagine che contiene Elementi grafici, schermata, simbolo, Carattere&#10;&#10;Il contenuto generato dall'IA potrebbe non essere corretto.">
            <a:extLst>
              <a:ext uri="{FF2B5EF4-FFF2-40B4-BE49-F238E27FC236}">
                <a16:creationId xmlns:a16="http://schemas.microsoft.com/office/drawing/2014/main" id="{7EFE0B7D-1871-A704-AD57-F1DD692F525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853" y="6173960"/>
            <a:ext cx="425285" cy="425285"/>
          </a:xfrm>
          <a:prstGeom prst="rect">
            <a:avLst/>
          </a:prstGeom>
        </p:spPr>
      </p:pic>
      <p:pic>
        <p:nvPicPr>
          <p:cNvPr id="12" name="Immagine 11" descr="Immagine che contiene simbolo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7450E641-8B25-4F1E-40D0-43587927B5E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3793" y="6195418"/>
            <a:ext cx="425286" cy="425286"/>
          </a:xfrm>
          <a:prstGeom prst="rect">
            <a:avLst/>
          </a:prstGeom>
        </p:spPr>
      </p:pic>
      <p:pic>
        <p:nvPicPr>
          <p:cNvPr id="13" name="Immagine 12" descr="Immagine che contiene simbolo, Elementi grafici, arte, design&#10;&#10;Il contenuto generato dall'IA potrebbe non essere corretto.">
            <a:extLst>
              <a:ext uri="{FF2B5EF4-FFF2-40B4-BE49-F238E27FC236}">
                <a16:creationId xmlns:a16="http://schemas.microsoft.com/office/drawing/2014/main" id="{33D7A9F1-B498-3873-803E-9922265867B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6653" y="6195418"/>
            <a:ext cx="425286" cy="425286"/>
          </a:xfrm>
          <a:prstGeom prst="rect">
            <a:avLst/>
          </a:prstGeom>
        </p:spPr>
      </p:pic>
      <p:pic>
        <p:nvPicPr>
          <p:cNvPr id="14" name="Immagine 13" descr="Immagine che contiene Elementi grafici, grafica, simbolo, Carattere&#10;&#10;Il contenuto generato dall'IA potrebbe non essere corretto.">
            <a:extLst>
              <a:ext uri="{FF2B5EF4-FFF2-40B4-BE49-F238E27FC236}">
                <a16:creationId xmlns:a16="http://schemas.microsoft.com/office/drawing/2014/main" id="{CF3AE129-62F6-AF5F-C29D-9A403A4E972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0137" y="6201694"/>
            <a:ext cx="425286" cy="425286"/>
          </a:xfrm>
          <a:prstGeom prst="rect">
            <a:avLst/>
          </a:prstGeom>
        </p:spPr>
      </p:pic>
      <p:pic>
        <p:nvPicPr>
          <p:cNvPr id="15" name="Immagine 14" descr="Immagine che contiene schermata, Blu elettrico, simbolo, numero&#10;&#10;Il contenuto generato dall'IA potrebbe non essere corretto.">
            <a:extLst>
              <a:ext uri="{FF2B5EF4-FFF2-40B4-BE49-F238E27FC236}">
                <a16:creationId xmlns:a16="http://schemas.microsoft.com/office/drawing/2014/main" id="{26DCD21E-F02A-8BF4-28A0-57394167C72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0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167" y="6195419"/>
            <a:ext cx="425285" cy="425285"/>
          </a:xfrm>
          <a:prstGeom prst="rect">
            <a:avLst/>
          </a:prstGeom>
        </p:spPr>
      </p:pic>
      <p:pic>
        <p:nvPicPr>
          <p:cNvPr id="45" name="Immagine 44" descr="Immagine che contiene simbolo, Elementi grafici, Carattere&#10;&#10;Il contenuto generato dall'IA potrebbe non essere corretto.">
            <a:extLst>
              <a:ext uri="{FF2B5EF4-FFF2-40B4-BE49-F238E27FC236}">
                <a16:creationId xmlns:a16="http://schemas.microsoft.com/office/drawing/2014/main" id="{0332803C-4BA3-EEE2-4F91-2ED97AF71B6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8431" y="6195418"/>
            <a:ext cx="425287" cy="425287"/>
          </a:xfrm>
          <a:prstGeom prst="rect">
            <a:avLst/>
          </a:prstGeom>
        </p:spPr>
      </p:pic>
      <p:pic>
        <p:nvPicPr>
          <p:cNvPr id="46" name="Immagine 45" descr="Immagine che contiene schermata, Elementi grafici, Carattere, Blu elettrico&#10;&#10;Il contenuto generato dall'IA potrebbe non essere corretto.">
            <a:extLst>
              <a:ext uri="{FF2B5EF4-FFF2-40B4-BE49-F238E27FC236}">
                <a16:creationId xmlns:a16="http://schemas.microsoft.com/office/drawing/2014/main" id="{26EEED2B-F2C5-11ED-30B5-237E541BE74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584" y="6142875"/>
            <a:ext cx="492182" cy="492182"/>
          </a:xfrm>
          <a:prstGeom prst="rect">
            <a:avLst/>
          </a:prstGeom>
        </p:spPr>
      </p:pic>
      <p:pic>
        <p:nvPicPr>
          <p:cNvPr id="47" name="Immagine 46" descr="Immagine che contiene triangolo, simbolo, linea, stella&#10;&#10;Il contenuto generato dall'IA potrebbe non essere corretto.">
            <a:extLst>
              <a:ext uri="{FF2B5EF4-FFF2-40B4-BE49-F238E27FC236}">
                <a16:creationId xmlns:a16="http://schemas.microsoft.com/office/drawing/2014/main" id="{58CBE428-D054-7E83-33F4-56B2C8DF0B4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610" y="6460657"/>
            <a:ext cx="277176" cy="277176"/>
          </a:xfrm>
          <a:prstGeom prst="rect">
            <a:avLst/>
          </a:prstGeom>
        </p:spPr>
      </p:pic>
      <p:sp>
        <p:nvSpPr>
          <p:cNvPr id="37" name="Freccia a gallone 36">
            <a:extLst>
              <a:ext uri="{FF2B5EF4-FFF2-40B4-BE49-F238E27FC236}">
                <a16:creationId xmlns:a16="http://schemas.microsoft.com/office/drawing/2014/main" id="{BA95DC84-E1AF-F209-7E31-99E62FC86A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722058" y="3276477"/>
            <a:ext cx="688258" cy="566557"/>
          </a:xfrm>
          <a:prstGeom prst="chevron">
            <a:avLst/>
          </a:prstGeom>
          <a:solidFill>
            <a:srgbClr val="A59EE1"/>
          </a:solidFill>
          <a:ln>
            <a:solidFill>
              <a:srgbClr val="A59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41" name="Freccia a gallone 40">
            <a:extLst>
              <a:ext uri="{FF2B5EF4-FFF2-40B4-BE49-F238E27FC236}">
                <a16:creationId xmlns:a16="http://schemas.microsoft.com/office/drawing/2014/main" id="{4A300FCD-9A84-A993-BDA7-FBBA55F8B2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410316" y="3276476"/>
            <a:ext cx="688258" cy="566557"/>
          </a:xfrm>
          <a:prstGeom prst="chevron">
            <a:avLst/>
          </a:prstGeom>
          <a:solidFill>
            <a:srgbClr val="A59EE1"/>
          </a:solidFill>
          <a:ln>
            <a:solidFill>
              <a:srgbClr val="A59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42" name="Freccia a gallone 41">
            <a:extLst>
              <a:ext uri="{FF2B5EF4-FFF2-40B4-BE49-F238E27FC236}">
                <a16:creationId xmlns:a16="http://schemas.microsoft.com/office/drawing/2014/main" id="{7549FF81-CE42-1A8C-CAB0-2A47FA104C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098574" y="3276480"/>
            <a:ext cx="688258" cy="566557"/>
          </a:xfrm>
          <a:prstGeom prst="chevron">
            <a:avLst/>
          </a:prstGeom>
          <a:solidFill>
            <a:srgbClr val="A59EE1"/>
          </a:solidFill>
          <a:ln>
            <a:solidFill>
              <a:srgbClr val="A59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43" name="Freccia a gallone 42">
            <a:extLst>
              <a:ext uri="{FF2B5EF4-FFF2-40B4-BE49-F238E27FC236}">
                <a16:creationId xmlns:a16="http://schemas.microsoft.com/office/drawing/2014/main" id="{5F23DF43-CADB-CEF9-AB6C-1F222401A9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790995" y="3276477"/>
            <a:ext cx="688258" cy="566557"/>
          </a:xfrm>
          <a:prstGeom prst="chevron">
            <a:avLst/>
          </a:prstGeom>
          <a:solidFill>
            <a:srgbClr val="A59EE1"/>
          </a:solidFill>
          <a:ln>
            <a:solidFill>
              <a:srgbClr val="A59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44" name="Freccia a gallone 43">
            <a:extLst>
              <a:ext uri="{FF2B5EF4-FFF2-40B4-BE49-F238E27FC236}">
                <a16:creationId xmlns:a16="http://schemas.microsoft.com/office/drawing/2014/main" id="{69C7B80D-4049-C1EC-EE22-0BD5495E81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479253" y="3276476"/>
            <a:ext cx="688258" cy="566557"/>
          </a:xfrm>
          <a:prstGeom prst="chevron">
            <a:avLst/>
          </a:prstGeom>
          <a:solidFill>
            <a:srgbClr val="A59EE1"/>
          </a:solidFill>
          <a:ln>
            <a:solidFill>
              <a:srgbClr val="A59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48" name="Freccia a gallone 47">
            <a:extLst>
              <a:ext uri="{FF2B5EF4-FFF2-40B4-BE49-F238E27FC236}">
                <a16:creationId xmlns:a16="http://schemas.microsoft.com/office/drawing/2014/main" id="{90EE37E0-AF87-5CE8-C5CC-6F2199EAA93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167511" y="3276480"/>
            <a:ext cx="688258" cy="566557"/>
          </a:xfrm>
          <a:prstGeom prst="chevron">
            <a:avLst/>
          </a:prstGeom>
          <a:solidFill>
            <a:srgbClr val="A59EE1"/>
          </a:solidFill>
          <a:ln>
            <a:solidFill>
              <a:srgbClr val="A59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49" name="Freccia a gallone 48">
            <a:extLst>
              <a:ext uri="{FF2B5EF4-FFF2-40B4-BE49-F238E27FC236}">
                <a16:creationId xmlns:a16="http://schemas.microsoft.com/office/drawing/2014/main" id="{EAB538CC-19B6-281D-0CBE-8F2FFC156D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59932" y="3276477"/>
            <a:ext cx="688258" cy="566557"/>
          </a:xfrm>
          <a:prstGeom prst="chevron">
            <a:avLst/>
          </a:prstGeom>
          <a:solidFill>
            <a:srgbClr val="A59EE1"/>
          </a:solidFill>
          <a:ln>
            <a:solidFill>
              <a:srgbClr val="A59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50" name="Freccia a gallone 49">
            <a:extLst>
              <a:ext uri="{FF2B5EF4-FFF2-40B4-BE49-F238E27FC236}">
                <a16:creationId xmlns:a16="http://schemas.microsoft.com/office/drawing/2014/main" id="{98DB47CB-814D-228E-152A-A1C911DBC4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552353" y="3275353"/>
            <a:ext cx="688258" cy="566557"/>
          </a:xfrm>
          <a:prstGeom prst="chevron">
            <a:avLst/>
          </a:prstGeom>
          <a:solidFill>
            <a:srgbClr val="A59EE1"/>
          </a:solidFill>
          <a:ln>
            <a:solidFill>
              <a:srgbClr val="A59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pic>
        <p:nvPicPr>
          <p:cNvPr id="61" name="Immagine 60" descr="Immagine che contiene testo, frutto, schermata&#10;&#10;Il contenuto generato dall'IA potrebbe non essere corretto.">
            <a:extLst>
              <a:ext uri="{FF2B5EF4-FFF2-40B4-BE49-F238E27FC236}">
                <a16:creationId xmlns:a16="http://schemas.microsoft.com/office/drawing/2014/main" id="{DB46AFBB-9358-E119-E680-9DA9EBE06BC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8" b="3619"/>
          <a:stretch/>
        </p:blipFill>
        <p:spPr>
          <a:xfrm>
            <a:off x="18267974" y="1521541"/>
            <a:ext cx="2011655" cy="4131525"/>
          </a:xfrm>
          <a:prstGeom prst="rect">
            <a:avLst/>
          </a:prstGeom>
        </p:spPr>
      </p:pic>
      <p:grpSp>
        <p:nvGrpSpPr>
          <p:cNvPr id="72" name="Gruppo 71">
            <a:extLst>
              <a:ext uri="{FF2B5EF4-FFF2-40B4-BE49-F238E27FC236}">
                <a16:creationId xmlns:a16="http://schemas.microsoft.com/office/drawing/2014/main" id="{9DF82429-B6FD-2918-1682-81A273608749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628683" y="1390769"/>
            <a:ext cx="2315238" cy="4319027"/>
            <a:chOff x="6986601" y="1412825"/>
            <a:chExt cx="2607227" cy="4863726"/>
          </a:xfrm>
        </p:grpSpPr>
        <p:pic>
          <p:nvPicPr>
            <p:cNvPr id="73" name="Immagine 72" descr="Immagine che contiene arte, schermata, grafica&#10;&#10;Il contenuto generato dall'IA potrebbe non essere corretto.">
              <a:extLst>
                <a:ext uri="{FF2B5EF4-FFF2-40B4-BE49-F238E27FC236}">
                  <a16:creationId xmlns:a16="http://schemas.microsoft.com/office/drawing/2014/main" id="{6AD40290-8B34-950A-9C2F-EAE3635DFAA5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252"/>
            <a:stretch/>
          </p:blipFill>
          <p:spPr>
            <a:xfrm>
              <a:off x="7144854" y="1500933"/>
              <a:ext cx="2290720" cy="4654061"/>
            </a:xfrm>
            <a:prstGeom prst="rect">
              <a:avLst/>
            </a:prstGeom>
          </p:spPr>
        </p:pic>
        <p:pic>
          <p:nvPicPr>
            <p:cNvPr id="74" name="Immagine 73" descr="Immagine che contiene schermata, smartphone&#10;&#10;Il contenuto generato dall'IA potrebbe non essere corretto.">
              <a:extLst>
                <a:ext uri="{FF2B5EF4-FFF2-40B4-BE49-F238E27FC236}">
                  <a16:creationId xmlns:a16="http://schemas.microsoft.com/office/drawing/2014/main" id="{B8398448-867D-3AE3-E26B-255238A9B4C1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86601" y="1412825"/>
              <a:ext cx="2607227" cy="4863726"/>
            </a:xfrm>
            <a:prstGeom prst="rect">
              <a:avLst/>
            </a:prstGeom>
          </p:spPr>
        </p:pic>
      </p:grpSp>
      <p:pic>
        <p:nvPicPr>
          <p:cNvPr id="76" name="Immagine 75" descr="Immagine che contiene testo, schermata, Carattere, design&#10;&#10;Il contenuto generato dall'IA potrebbe non essere corretto.">
            <a:extLst>
              <a:ext uri="{FF2B5EF4-FFF2-40B4-BE49-F238E27FC236}">
                <a16:creationId xmlns:a16="http://schemas.microsoft.com/office/drawing/2014/main" id="{CA47AFDD-4FA6-7A7E-0BFF-02206E7C1D5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70"/>
          <a:stretch/>
        </p:blipFill>
        <p:spPr>
          <a:xfrm>
            <a:off x="13006509" y="1469520"/>
            <a:ext cx="2036894" cy="4161524"/>
          </a:xfrm>
          <a:prstGeom prst="rect">
            <a:avLst/>
          </a:prstGeom>
        </p:spPr>
      </p:pic>
      <p:pic>
        <p:nvPicPr>
          <p:cNvPr id="77" name="Picture 5" descr="Immagine che contiene schermata, smartphone&#10;&#10;Il contenuto generato dall'IA potrebbe non essere corretto., Picture">
            <a:extLst>
              <a:ext uri="{FF2B5EF4-FFF2-40B4-BE49-F238E27FC236}">
                <a16:creationId xmlns:a16="http://schemas.microsoft.com/office/drawing/2014/main" id="{07B6BCCF-1E9D-5E20-1B97-4A65577925B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867336" y="1390769"/>
            <a:ext cx="2315237" cy="4319027"/>
          </a:xfrm>
          <a:prstGeom prst="rect">
            <a:avLst/>
          </a:prstGeom>
        </p:spPr>
      </p:pic>
      <p:pic>
        <p:nvPicPr>
          <p:cNvPr id="62" name="Picture 5" descr="Immagine che contiene schermata, smartphone&#10;&#10;Il contenuto generato dall'IA potrebbe non essere corretto., Picture">
            <a:extLst>
              <a:ext uri="{FF2B5EF4-FFF2-40B4-BE49-F238E27FC236}">
                <a16:creationId xmlns:a16="http://schemas.microsoft.com/office/drawing/2014/main" id="{D901D463-6F2E-F8B0-F499-55D0AE8CF60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8118264" y="1390769"/>
            <a:ext cx="2311075" cy="4319027"/>
          </a:xfrm>
          <a:prstGeom prst="rect">
            <a:avLst/>
          </a:prstGeom>
        </p:spPr>
      </p:pic>
      <p:sp>
        <p:nvSpPr>
          <p:cNvPr id="7" name="Freccia a gallone 6">
            <a:extLst>
              <a:ext uri="{FF2B5EF4-FFF2-40B4-BE49-F238E27FC236}">
                <a16:creationId xmlns:a16="http://schemas.microsoft.com/office/drawing/2014/main" id="{D3B056BA-BE71-2C17-DAA9-6864933532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2763036">
            <a:off x="4282521" y="4294058"/>
            <a:ext cx="688258" cy="566557"/>
          </a:xfrm>
          <a:prstGeom prst="chevron">
            <a:avLst/>
          </a:prstGeom>
          <a:solidFill>
            <a:srgbClr val="A59EE1"/>
          </a:solidFill>
          <a:ln>
            <a:solidFill>
              <a:srgbClr val="A59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9" name="Freccia a gallone 8">
            <a:extLst>
              <a:ext uri="{FF2B5EF4-FFF2-40B4-BE49-F238E27FC236}">
                <a16:creationId xmlns:a16="http://schemas.microsoft.com/office/drawing/2014/main" id="{8ADF17BD-89D9-0D39-5E0B-A1135EA619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2763036">
            <a:off x="4745126" y="4753447"/>
            <a:ext cx="688258" cy="566557"/>
          </a:xfrm>
          <a:prstGeom prst="chevron">
            <a:avLst/>
          </a:prstGeom>
          <a:solidFill>
            <a:srgbClr val="A59EE1"/>
          </a:solidFill>
          <a:ln>
            <a:solidFill>
              <a:srgbClr val="A59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pic>
        <p:nvPicPr>
          <p:cNvPr id="6" name="Immagine 5" descr="Immagine che contiene testo, schermata, Carattere, design&#10;&#10;Il contenuto generato dall'IA potrebbe non essere corretto.">
            <a:extLst>
              <a:ext uri="{FF2B5EF4-FFF2-40B4-BE49-F238E27FC236}">
                <a16:creationId xmlns:a16="http://schemas.microsoft.com/office/drawing/2014/main" id="{5318CA06-6554-BE0E-1E4D-FA21B1D6223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86" t="42515" r="6995" b="36768"/>
          <a:stretch/>
        </p:blipFill>
        <p:spPr>
          <a:xfrm>
            <a:off x="5284235" y="5177499"/>
            <a:ext cx="1635749" cy="84870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1" name="Immagine 30" descr="Immagine che contiene testo, schermata, Carattere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149ADF67-B032-9A01-B6C8-91A5C17CCB7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0" b="2499"/>
          <a:stretch/>
        </p:blipFill>
        <p:spPr>
          <a:xfrm>
            <a:off x="2507178" y="1469010"/>
            <a:ext cx="2045853" cy="4132843"/>
          </a:xfrm>
          <a:prstGeom prst="rect">
            <a:avLst/>
          </a:prstGeom>
        </p:spPr>
      </p:pic>
      <p:pic>
        <p:nvPicPr>
          <p:cNvPr id="32" name="Immagine 31" descr="Immagine che contiene schermata, smartphone&#10;&#10;Il contenuto generato dall'IA potrebbe non essere corretto.">
            <a:extLst>
              <a:ext uri="{FF2B5EF4-FFF2-40B4-BE49-F238E27FC236}">
                <a16:creationId xmlns:a16="http://schemas.microsoft.com/office/drawing/2014/main" id="{2FA6C504-3648-F406-2E4F-8EC276C4F330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2487" y="1390769"/>
            <a:ext cx="2315237" cy="4319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7261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"/>
                            </p:stCondLst>
                            <p:childTnLst>
                              <p:par>
                                <p:cTn id="14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-2.59259E-6 L -0.86041 -2.59259E-6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021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-2.59259E-6 L -0.86041 -2.59259E-6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021" y="0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3.33333E-6 L -0.86042 3.33333E-6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021" y="0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-2.59259E-6 L -0.86041 -2.59259E-6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021" y="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-2.59259E-6 L -0.86042 -2.59259E-6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021" y="0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-2.59259E-6 L -0.86041 -2.59259E-6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021" y="0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2.59259E-6 L -0.86042 -2.59259E-6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021" y="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-2.59259E-6 L -0.86041 -2.59259E-6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021" y="0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1.48148E-6 L -0.86042 -1.48148E-6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021" y="0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1.48148E-6 L -0.86042 -1.48148E-6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021" y="0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1.48148E-6 L -0.86042 -1.48148E-6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021" y="0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1.48148E-6 L -0.86042 -1.48148E-6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021" y="0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-1.48148E-6 L -0.86042 -1.48148E-6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021" y="0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1.48148E-6 L -0.86041 -1.48148E-6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021" y="0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-1.48148E-6 L -0.86041 -1.48148E-6 " pathEditMode="relative" rAng="0" ptsTypes="AA">
                                      <p:cBhvr>
                                        <p:cTn id="52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021" y="0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1.48148E-6 L -0.86041 -1.48148E-6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021" y="0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1.48148E-6 L -0.86041 -1.48148E-6 " pathEditMode="relative" rAng="0" ptsTypes="AA">
                                      <p:cBhvr>
                                        <p:cTn id="56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021" y="0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1.48148E-6 L -0.86041 -1.48148E-6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021" y="0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1.48148E-6 L -0.86041 -1.48148E-6 " pathEditMode="relative" rAng="0" ptsTypes="AA">
                                      <p:cBhvr>
                                        <p:cTn id="60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021" y="0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1.48148E-6 L -0.86042 -1.48148E-6 " pathEditMode="relative" rAng="0" ptsTypes="AA">
                                      <p:cBhvr>
                                        <p:cTn id="62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021" y="0"/>
                                    </p:animMotion>
                                  </p:childTnLst>
                                </p:cTn>
                              </p:par>
                              <p:par>
                                <p:cTn id="63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-1.48148E-6 L -0.86041 -1.48148E-6 " pathEditMode="relative" rAng="0" ptsTypes="AA">
                                      <p:cBhvr>
                                        <p:cTn id="64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021" y="0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1.48148E-6 L -0.86042 -1.48148E-6 " pathEditMode="relative" rAng="0" ptsTypes="AA">
                                      <p:cBhvr>
                                        <p:cTn id="66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021" y="0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-1.48148E-6 L -0.86042 -1.48148E-6 " pathEditMode="relative" rAng="0" ptsTypes="AA">
                                      <p:cBhvr>
                                        <p:cTn id="68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021" y="0"/>
                                    </p:animMotion>
                                  </p:childTnLst>
                                </p:cTn>
                              </p:par>
                              <p:par>
                                <p:cTn id="69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1.48148E-6 L -0.86042 -1.48148E-6 " pathEditMode="relative" rAng="0" ptsTypes="AA">
                                      <p:cBhvr>
                                        <p:cTn id="70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021" y="0"/>
                                    </p:animMotion>
                                  </p:childTnLst>
                                </p:cTn>
                              </p:par>
                              <p:par>
                                <p:cTn id="71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-1.48148E-6 L -0.86042 -1.48148E-6 " pathEditMode="relative" rAng="0" ptsTypes="AA">
                                      <p:cBhvr>
                                        <p:cTn id="72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021" y="0"/>
                                    </p:animMotion>
                                  </p:childTnLst>
                                </p:cTn>
                              </p:par>
                              <p:par>
                                <p:cTn id="73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1.48148E-6 L -0.86042 -1.48148E-6 " pathEditMode="relative" rAng="0" ptsTypes="AA">
                                      <p:cBhvr>
                                        <p:cTn id="74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021" y="0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1.48148E-6 L -0.86042 -1.48148E-6 " pathEditMode="relative" rAng="0" ptsTypes="AA">
                                      <p:cBhvr>
                                        <p:cTn id="76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021" y="0"/>
                                    </p:animMotion>
                                  </p:childTnLst>
                                </p:cTn>
                              </p:par>
                              <p:par>
                                <p:cTn id="7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0 L -0.86042 0 " pathEditMode="relative" rAng="0" ptsTypes="AA">
                                      <p:cBhvr>
                                        <p:cTn id="78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021" y="0"/>
                                    </p:animMotion>
                                  </p:childTnLst>
                                </p:cTn>
                              </p:par>
                              <p:par>
                                <p:cTn id="79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-1.11111E-6 L -0.86042 -1.11111E-6 " pathEditMode="relative" rAng="0" ptsTypes="AA">
                                      <p:cBhvr>
                                        <p:cTn id="8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021" y="0"/>
                                    </p:animMotion>
                                  </p:childTnLst>
                                </p:cTn>
                              </p:par>
                              <p:par>
                                <p:cTn id="81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-1.11111E-6 L -0.86042 -1.11111E-6 " pathEditMode="relative" rAng="0" ptsTypes="AA">
                                      <p:cBhvr>
                                        <p:cTn id="8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02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37" grpId="0" animBg="1"/>
      <p:bldP spid="41" grpId="0" animBg="1"/>
      <p:bldP spid="42" grpId="0" animBg="1"/>
      <p:bldP spid="43" grpId="0" animBg="1"/>
      <p:bldP spid="44" grpId="0" animBg="1"/>
      <p:bldP spid="48" grpId="0" animBg="1"/>
      <p:bldP spid="49" grpId="0" animBg="1"/>
      <p:bldP spid="50" grpId="0" animBg="1"/>
      <p:bldP spid="7" grpId="0" animBg="1"/>
      <p:bldP spid="7" grpId="1" animBg="1"/>
      <p:bldP spid="9" grpId="0" animBg="1"/>
      <p:bldP spid="9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40000">
              <a:srgbClr val="EFF0F4"/>
            </a:gs>
            <a:gs pos="0">
              <a:srgbClr val="D3DCEE"/>
            </a:gs>
            <a:gs pos="100000">
              <a:srgbClr val="D3DCEE"/>
            </a:gs>
          </a:gsLst>
          <a:lin ang="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609816-5577-89FD-5A1C-30B9B3898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F255D221-AE35-88EE-D12A-4976CF275D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208596" cy="6858000"/>
          </a:xfrm>
          <a:prstGeom prst="roundRect">
            <a:avLst>
              <a:gd name="adj" fmla="val 0"/>
            </a:avLst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83" name="Immagine 82" descr="Immagine che contiene testo, schermata, Carattere, grafica&#10;&#10;Il contenuto generato dall'IA potrebbe non essere corretto.">
            <a:extLst>
              <a:ext uri="{FF2B5EF4-FFF2-40B4-BE49-F238E27FC236}">
                <a16:creationId xmlns:a16="http://schemas.microsoft.com/office/drawing/2014/main" id="{45080F8D-4E1E-9A28-3F46-EB4D32145E4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96" b="4453"/>
          <a:stretch/>
        </p:blipFill>
        <p:spPr>
          <a:xfrm>
            <a:off x="2470590" y="1518292"/>
            <a:ext cx="2123195" cy="4075611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2CA4F6D2-21BE-274A-2980-76866686853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42132" y="373865"/>
            <a:ext cx="90716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600" b="1">
                <a:solidFill>
                  <a:srgbClr val="00255E"/>
                </a:solidFill>
                <a:latin typeface="Abadi" panose="020B0604020104020204" pitchFamily="34" charset="0"/>
              </a:rPr>
              <a:t>User Interface and Features</a:t>
            </a:r>
          </a:p>
        </p:txBody>
      </p:sp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832CB78F-9F1C-B433-7306-7E3624D9CD7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55921" y="185195"/>
            <a:ext cx="896556" cy="896556"/>
          </a:xfrm>
          <a:prstGeom prst="rect">
            <a:avLst/>
          </a:prstGeom>
        </p:spPr>
      </p:pic>
      <p:pic>
        <p:nvPicPr>
          <p:cNvPr id="20" name="Immagine 19" descr="Immagine che contiene schermata, Blu elettrico, simbolo, numero&#10;&#10;Il contenuto generato dall'IA potrebbe non essere corretto.">
            <a:extLst>
              <a:ext uri="{FF2B5EF4-FFF2-40B4-BE49-F238E27FC236}">
                <a16:creationId xmlns:a16="http://schemas.microsoft.com/office/drawing/2014/main" id="{2FDAD728-DF98-E93D-AFF8-0849C922532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76" y="349960"/>
            <a:ext cx="567026" cy="567026"/>
          </a:xfrm>
          <a:prstGeom prst="rect">
            <a:avLst/>
          </a:prstGeom>
        </p:spPr>
      </p:pic>
      <p:pic>
        <p:nvPicPr>
          <p:cNvPr id="11" name="Immagine 10" descr="Immagine che contiene Elementi grafici, schermata, simbolo, Carattere&#10;&#10;Il contenuto generato dall'IA potrebbe non essere corretto.">
            <a:extLst>
              <a:ext uri="{FF2B5EF4-FFF2-40B4-BE49-F238E27FC236}">
                <a16:creationId xmlns:a16="http://schemas.microsoft.com/office/drawing/2014/main" id="{82A61CE9-6BA1-63BE-E971-1DEC2E756F9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853" y="6173960"/>
            <a:ext cx="425285" cy="425285"/>
          </a:xfrm>
          <a:prstGeom prst="rect">
            <a:avLst/>
          </a:prstGeom>
        </p:spPr>
      </p:pic>
      <p:pic>
        <p:nvPicPr>
          <p:cNvPr id="12" name="Immagine 11" descr="Immagine che contiene simbolo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D8818F16-7AA3-2A0A-89FF-517920BCFA8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3793" y="6195418"/>
            <a:ext cx="425286" cy="425286"/>
          </a:xfrm>
          <a:prstGeom prst="rect">
            <a:avLst/>
          </a:prstGeom>
        </p:spPr>
      </p:pic>
      <p:pic>
        <p:nvPicPr>
          <p:cNvPr id="13" name="Immagine 12" descr="Immagine che contiene simbolo, Elementi grafici, arte, design&#10;&#10;Il contenuto generato dall'IA potrebbe non essere corretto.">
            <a:extLst>
              <a:ext uri="{FF2B5EF4-FFF2-40B4-BE49-F238E27FC236}">
                <a16:creationId xmlns:a16="http://schemas.microsoft.com/office/drawing/2014/main" id="{82E0FCE8-190B-525F-0C9A-6685C890BC4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6653" y="6195418"/>
            <a:ext cx="425286" cy="425286"/>
          </a:xfrm>
          <a:prstGeom prst="rect">
            <a:avLst/>
          </a:prstGeom>
        </p:spPr>
      </p:pic>
      <p:pic>
        <p:nvPicPr>
          <p:cNvPr id="14" name="Immagine 13" descr="Immagine che contiene Elementi grafici, grafica, simbolo, Carattere&#10;&#10;Il contenuto generato dall'IA potrebbe non essere corretto.">
            <a:extLst>
              <a:ext uri="{FF2B5EF4-FFF2-40B4-BE49-F238E27FC236}">
                <a16:creationId xmlns:a16="http://schemas.microsoft.com/office/drawing/2014/main" id="{CFB1E7AC-1BCA-0E40-4B56-9F064C519FC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0137" y="6201694"/>
            <a:ext cx="425286" cy="425286"/>
          </a:xfrm>
          <a:prstGeom prst="rect">
            <a:avLst/>
          </a:prstGeom>
        </p:spPr>
      </p:pic>
      <p:pic>
        <p:nvPicPr>
          <p:cNvPr id="15" name="Immagine 14" descr="Immagine che contiene schermata, Blu elettrico, simbolo, numero&#10;&#10;Il contenuto generato dall'IA potrebbe non essere corretto.">
            <a:extLst>
              <a:ext uri="{FF2B5EF4-FFF2-40B4-BE49-F238E27FC236}">
                <a16:creationId xmlns:a16="http://schemas.microsoft.com/office/drawing/2014/main" id="{59DECC41-1ADC-9372-988B-4B010977A7C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1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167" y="6195419"/>
            <a:ext cx="425285" cy="425285"/>
          </a:xfrm>
          <a:prstGeom prst="rect">
            <a:avLst/>
          </a:prstGeom>
        </p:spPr>
      </p:pic>
      <p:pic>
        <p:nvPicPr>
          <p:cNvPr id="16" name="Immagine 15" descr="Immagine che contiene simbolo, Elementi grafici, Carattere&#10;&#10;Il contenuto generato dall'IA potrebbe non essere corretto.">
            <a:extLst>
              <a:ext uri="{FF2B5EF4-FFF2-40B4-BE49-F238E27FC236}">
                <a16:creationId xmlns:a16="http://schemas.microsoft.com/office/drawing/2014/main" id="{D33280C4-D3DC-598B-5630-19165E8D35C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8431" y="6195418"/>
            <a:ext cx="425287" cy="425287"/>
          </a:xfrm>
          <a:prstGeom prst="rect">
            <a:avLst/>
          </a:prstGeom>
        </p:spPr>
      </p:pic>
      <p:pic>
        <p:nvPicPr>
          <p:cNvPr id="17" name="Immagine 16" descr="Immagine che contiene schermata, Elementi grafici, Carattere, Blu elettrico&#10;&#10;Il contenuto generato dall'IA potrebbe non essere corretto.">
            <a:extLst>
              <a:ext uri="{FF2B5EF4-FFF2-40B4-BE49-F238E27FC236}">
                <a16:creationId xmlns:a16="http://schemas.microsoft.com/office/drawing/2014/main" id="{1CC3F874-113A-168B-3831-28DCA1319D5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584" y="6142875"/>
            <a:ext cx="492182" cy="492182"/>
          </a:xfrm>
          <a:prstGeom prst="rect">
            <a:avLst/>
          </a:prstGeom>
        </p:spPr>
      </p:pic>
      <p:pic>
        <p:nvPicPr>
          <p:cNvPr id="18" name="Immagine 17" descr="Immagine che contiene triangolo, simbolo, linea, stella&#10;&#10;Il contenuto generato dall'IA potrebbe non essere corretto.">
            <a:extLst>
              <a:ext uri="{FF2B5EF4-FFF2-40B4-BE49-F238E27FC236}">
                <a16:creationId xmlns:a16="http://schemas.microsoft.com/office/drawing/2014/main" id="{A7E82C78-D881-F8BF-620F-66CC814EA3B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610" y="6460657"/>
            <a:ext cx="277176" cy="277176"/>
          </a:xfrm>
          <a:prstGeom prst="rect">
            <a:avLst/>
          </a:prstGeom>
        </p:spPr>
      </p:pic>
      <p:pic>
        <p:nvPicPr>
          <p:cNvPr id="86" name="Immagine 85" descr="Immagine che contiene testo, schermata, frutto&#10;&#10;Il contenuto generato dall'IA potrebbe non essere corretto.">
            <a:extLst>
              <a:ext uri="{FF2B5EF4-FFF2-40B4-BE49-F238E27FC236}">
                <a16:creationId xmlns:a16="http://schemas.microsoft.com/office/drawing/2014/main" id="{3BFAA056-A32F-736D-18C2-31E701C5B03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8" b="4588"/>
          <a:stretch/>
        </p:blipFill>
        <p:spPr>
          <a:xfrm>
            <a:off x="7754169" y="1514635"/>
            <a:ext cx="2093004" cy="4079268"/>
          </a:xfrm>
          <a:prstGeom prst="rect">
            <a:avLst/>
          </a:prstGeom>
        </p:spPr>
      </p:pic>
      <p:pic>
        <p:nvPicPr>
          <p:cNvPr id="6" name="Immagine 5" descr="Immagine che contiene testo, frutto, schermata&#10;&#10;Il contenuto generato dall'IA potrebbe non essere corretto.">
            <a:extLst>
              <a:ext uri="{FF2B5EF4-FFF2-40B4-BE49-F238E27FC236}">
                <a16:creationId xmlns:a16="http://schemas.microsoft.com/office/drawing/2014/main" id="{F5278749-0E8A-C116-5A19-6264339D9FF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6" cstate="print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8" b="3619"/>
          <a:stretch/>
        </p:blipFill>
        <p:spPr>
          <a:xfrm>
            <a:off x="7771424" y="1521541"/>
            <a:ext cx="2011655" cy="4131525"/>
          </a:xfrm>
          <a:prstGeom prst="rect">
            <a:avLst/>
          </a:prstGeom>
        </p:spPr>
      </p:pic>
      <p:pic>
        <p:nvPicPr>
          <p:cNvPr id="5" name="Immagine 4" descr="Immagine che contiene testo, schermata, Carattere, design&#10;&#10;Il contenuto generato dall'IA potrebbe non essere corretto.">
            <a:extLst>
              <a:ext uri="{FF2B5EF4-FFF2-40B4-BE49-F238E27FC236}">
                <a16:creationId xmlns:a16="http://schemas.microsoft.com/office/drawing/2014/main" id="{6EE79151-4A4F-A613-5CD4-F28F25D6C7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7" cstate="print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70"/>
          <a:stretch/>
        </p:blipFill>
        <p:spPr>
          <a:xfrm>
            <a:off x="2509959" y="1469520"/>
            <a:ext cx="2036894" cy="4161524"/>
          </a:xfrm>
          <a:prstGeom prst="rect">
            <a:avLst/>
          </a:prstGeom>
        </p:spPr>
      </p:pic>
      <p:pic>
        <p:nvPicPr>
          <p:cNvPr id="22" name="Picture 5" descr="Immagine che contiene schermata, smartphone&#10;&#10;Il contenuto generato dall'IA potrebbe non essere corretto., Picture">
            <a:extLst>
              <a:ext uri="{FF2B5EF4-FFF2-40B4-BE49-F238E27FC236}">
                <a16:creationId xmlns:a16="http://schemas.microsoft.com/office/drawing/2014/main" id="{37ED6FD4-78DB-AF19-A959-D0F1BB03CAB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25144" y="1390769"/>
            <a:ext cx="2311075" cy="4319027"/>
          </a:xfrm>
          <a:prstGeom prst="rect">
            <a:avLst/>
          </a:prstGeom>
        </p:spPr>
      </p:pic>
      <p:pic>
        <p:nvPicPr>
          <p:cNvPr id="23" name="Picture 5" descr="Immagine che contiene schermata, smartphone&#10;&#10;Il contenuto generato dall'IA potrebbe non essere corretto., Picture">
            <a:extLst>
              <a:ext uri="{FF2B5EF4-FFF2-40B4-BE49-F238E27FC236}">
                <a16:creationId xmlns:a16="http://schemas.microsoft.com/office/drawing/2014/main" id="{80ACD318-DD33-F386-026A-764E5D3C660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374216" y="1390769"/>
            <a:ext cx="2315237" cy="4319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1506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1000">
              <a:srgbClr val="EFF0F4"/>
            </a:gs>
            <a:gs pos="0">
              <a:srgbClr val="D3DCEE"/>
            </a:gs>
            <a:gs pos="100000">
              <a:srgbClr val="D3DCEE"/>
            </a:gs>
          </a:gsLst>
          <a:lin ang="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DE3698-AEF1-5322-7B5B-8FED86430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67AE2CF9-2511-F956-A2ED-4671A7F891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208596" cy="6858000"/>
          </a:xfrm>
          <a:prstGeom prst="roundRect">
            <a:avLst>
              <a:gd name="adj" fmla="val 0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2797D87B-D5AA-C23B-96FF-66F2218C944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55921" y="185195"/>
            <a:ext cx="896556" cy="896556"/>
          </a:xfrm>
          <a:prstGeom prst="rect">
            <a:avLst/>
          </a:prstGeom>
        </p:spPr>
      </p:pic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203F23FE-5539-11B4-627F-ECF4D431AFF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03442" y="375173"/>
            <a:ext cx="90716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600" b="1">
                <a:solidFill>
                  <a:srgbClr val="00255E"/>
                </a:solidFill>
                <a:latin typeface="Abadi" panose="020B0604020104020204" pitchFamily="34" charset="0"/>
              </a:rPr>
              <a:t>Data Processing: EEG </a:t>
            </a:r>
            <a:r>
              <a:rPr lang="it-IT" sz="3600" b="1" err="1">
                <a:solidFill>
                  <a:srgbClr val="00255E"/>
                </a:solidFill>
                <a:latin typeface="Abadi" panose="020B0604020104020204" pitchFamily="34" charset="0"/>
              </a:rPr>
              <a:t>Segmentation</a:t>
            </a:r>
            <a:endParaRPr lang="it-IT" sz="3600" b="1">
              <a:solidFill>
                <a:srgbClr val="00255E"/>
              </a:solidFill>
              <a:latin typeface="Abadi" panose="020B0604020104020204" pitchFamily="34" charset="0"/>
            </a:endParaRPr>
          </a:p>
        </p:txBody>
      </p:sp>
      <p:pic>
        <p:nvPicPr>
          <p:cNvPr id="32" name="Immagine 31" descr="Immagine che contiene dipinto, illustrazione, clipart, disegno&#10;&#10;Il contenuto generato dall'IA potrebbe non essere corretto.">
            <a:extLst>
              <a:ext uri="{FF2B5EF4-FFF2-40B4-BE49-F238E27FC236}">
                <a16:creationId xmlns:a16="http://schemas.microsoft.com/office/drawing/2014/main" id="{AE3DC463-0984-7AE7-A3D6-C9B39589BF7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3" t="2796" r="2832" b="4438"/>
          <a:stretch/>
        </p:blipFill>
        <p:spPr>
          <a:xfrm>
            <a:off x="942132" y="1982924"/>
            <a:ext cx="1945640" cy="114808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4" name="Immagine 33" descr="Immagine che contiene Elementi grafici, schermata, grafica, design&#10;&#10;Il contenuto generato dall'IA potrebbe non essere corretto.">
            <a:extLst>
              <a:ext uri="{FF2B5EF4-FFF2-40B4-BE49-F238E27FC236}">
                <a16:creationId xmlns:a16="http://schemas.microsoft.com/office/drawing/2014/main" id="{AD32E4DC-FE2D-4A49-49A9-DECD934F207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8815" y="3313884"/>
            <a:ext cx="1177914" cy="1177914"/>
          </a:xfrm>
          <a:prstGeom prst="rect">
            <a:avLst/>
          </a:prstGeom>
        </p:spPr>
      </p:pic>
      <p:cxnSp>
        <p:nvCxnSpPr>
          <p:cNvPr id="36" name="Connettore diritto 35">
            <a:extLst>
              <a:ext uri="{FF2B5EF4-FFF2-40B4-BE49-F238E27FC236}">
                <a16:creationId xmlns:a16="http://schemas.microsoft.com/office/drawing/2014/main" id="{35C5E766-4679-3450-13F4-E16EA228AAC6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2328972" y="2727144"/>
            <a:ext cx="381000" cy="586740"/>
          </a:xfrm>
          <a:prstGeom prst="line">
            <a:avLst/>
          </a:prstGeom>
          <a:ln w="38100"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6" name="Immagine 45" descr="Immagine che contiene Elementi grafici, design&#10;&#10;Il contenuto generato dall'IA potrebbe non essere corretto.">
            <a:extLst>
              <a:ext uri="{FF2B5EF4-FFF2-40B4-BE49-F238E27FC236}">
                <a16:creationId xmlns:a16="http://schemas.microsoft.com/office/drawing/2014/main" id="{3DA7008B-01E5-A4C2-9EE3-AF910D571B5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415" y="3061400"/>
            <a:ext cx="542119" cy="542119"/>
          </a:xfrm>
          <a:prstGeom prst="rect">
            <a:avLst/>
          </a:prstGeom>
        </p:spPr>
      </p:pic>
      <p:pic>
        <p:nvPicPr>
          <p:cNvPr id="50" name="Immagine 49" descr="Immagine che contiene schermata, Elementi grafici, Carattere, simbolo&#10;&#10;Il contenuto generato dall'IA potrebbe non essere corretto.">
            <a:extLst>
              <a:ext uri="{FF2B5EF4-FFF2-40B4-BE49-F238E27FC236}">
                <a16:creationId xmlns:a16="http://schemas.microsoft.com/office/drawing/2014/main" id="{8787063E-5AE6-D2B2-57FF-D0BED3C5554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6851" y="1735296"/>
            <a:ext cx="733627" cy="778318"/>
          </a:xfrm>
          <a:prstGeom prst="rect">
            <a:avLst/>
          </a:prstGeom>
        </p:spPr>
      </p:pic>
      <p:pic>
        <p:nvPicPr>
          <p:cNvPr id="51" name="Immagine 50" descr="Immagine che contiene schermata, Elementi grafici, Carattere, simbolo&#10;&#10;Il contenuto generato dall'IA potrebbe non essere corretto.">
            <a:extLst>
              <a:ext uri="{FF2B5EF4-FFF2-40B4-BE49-F238E27FC236}">
                <a16:creationId xmlns:a16="http://schemas.microsoft.com/office/drawing/2014/main" id="{5341BF18-5EED-22F7-5611-34A19E74E66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6851" y="2654130"/>
            <a:ext cx="733627" cy="778318"/>
          </a:xfrm>
          <a:prstGeom prst="rect">
            <a:avLst/>
          </a:prstGeom>
        </p:spPr>
      </p:pic>
      <p:pic>
        <p:nvPicPr>
          <p:cNvPr id="52" name="Immagine 51" descr="Immagine che contiene schermata, Elementi grafici, Carattere, simbolo&#10;&#10;Il contenuto generato dall'IA potrebbe non essere corretto.">
            <a:extLst>
              <a:ext uri="{FF2B5EF4-FFF2-40B4-BE49-F238E27FC236}">
                <a16:creationId xmlns:a16="http://schemas.microsoft.com/office/drawing/2014/main" id="{CE2CE872-05C3-F764-B351-6CE2D901301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6852" y="3572964"/>
            <a:ext cx="733627" cy="778318"/>
          </a:xfrm>
          <a:prstGeom prst="rect">
            <a:avLst/>
          </a:prstGeom>
        </p:spPr>
      </p:pic>
      <p:pic>
        <p:nvPicPr>
          <p:cNvPr id="53" name="Immagine 52" descr="Immagine che contiene schermata, Elementi grafici, Carattere, simbolo&#10;&#10;Il contenuto generato dall'IA potrebbe non essere corretto.">
            <a:extLst>
              <a:ext uri="{FF2B5EF4-FFF2-40B4-BE49-F238E27FC236}">
                <a16:creationId xmlns:a16="http://schemas.microsoft.com/office/drawing/2014/main" id="{E5593743-AF52-BCF3-7F5E-B681FF8E251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6852" y="4491798"/>
            <a:ext cx="733627" cy="778318"/>
          </a:xfrm>
          <a:prstGeom prst="rect">
            <a:avLst/>
          </a:prstGeom>
        </p:spPr>
      </p:pic>
      <p:pic>
        <p:nvPicPr>
          <p:cNvPr id="54" name="Immagine 53" descr="Immagine che contiene schermata, Elementi grafici, Carattere, simbolo&#10;&#10;Il contenuto generato dall'IA potrebbe non essere corretto.">
            <a:extLst>
              <a:ext uri="{FF2B5EF4-FFF2-40B4-BE49-F238E27FC236}">
                <a16:creationId xmlns:a16="http://schemas.microsoft.com/office/drawing/2014/main" id="{6EBDE6B6-F3F0-5B21-0A28-AE053E5664F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6852" y="5357722"/>
            <a:ext cx="733627" cy="778318"/>
          </a:xfrm>
          <a:prstGeom prst="rect">
            <a:avLst/>
          </a:prstGeom>
        </p:spPr>
      </p:pic>
      <p:cxnSp>
        <p:nvCxnSpPr>
          <p:cNvPr id="56" name="Connettore 2 55">
            <a:extLst>
              <a:ext uri="{FF2B5EF4-FFF2-40B4-BE49-F238E27FC236}">
                <a16:creationId xmlns:a16="http://schemas.microsoft.com/office/drawing/2014/main" id="{409F812E-2374-72D9-B664-137805DC9A8E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3327192" y="2915920"/>
            <a:ext cx="1013316" cy="466544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ttore 2 57">
            <a:extLst>
              <a:ext uri="{FF2B5EF4-FFF2-40B4-BE49-F238E27FC236}">
                <a16:creationId xmlns:a16="http://schemas.microsoft.com/office/drawing/2014/main" id="{68187617-85AA-E867-8A8E-0D8097EFDAF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3327192" y="3382464"/>
            <a:ext cx="947420" cy="407216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ttore 2 59">
            <a:extLst>
              <a:ext uri="{FF2B5EF4-FFF2-40B4-BE49-F238E27FC236}">
                <a16:creationId xmlns:a16="http://schemas.microsoft.com/office/drawing/2014/main" id="{D590211B-144E-A97F-DFA3-9A8E0D25DAF0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3327192" y="3382464"/>
            <a:ext cx="1013316" cy="1301296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ttore 2 61">
            <a:extLst>
              <a:ext uri="{FF2B5EF4-FFF2-40B4-BE49-F238E27FC236}">
                <a16:creationId xmlns:a16="http://schemas.microsoft.com/office/drawing/2014/main" id="{A2DAC959-5518-A59E-6132-4D6446EA1AC3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3327192" y="3382464"/>
            <a:ext cx="1013316" cy="2114096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ttore 2 64">
            <a:extLst>
              <a:ext uri="{FF2B5EF4-FFF2-40B4-BE49-F238E27FC236}">
                <a16:creationId xmlns:a16="http://schemas.microsoft.com/office/drawing/2014/main" id="{79C0395E-F033-1B5C-7069-B0BFE02DF82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3327192" y="2113280"/>
            <a:ext cx="1013316" cy="1269184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Parentesi quadra chiusa 66">
            <a:extLst>
              <a:ext uri="{FF2B5EF4-FFF2-40B4-BE49-F238E27FC236}">
                <a16:creationId xmlns:a16="http://schemas.microsoft.com/office/drawing/2014/main" id="{67715815-3B2E-522B-630C-C52C2597F65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71474" y="3617091"/>
            <a:ext cx="135595" cy="734191"/>
          </a:xfrm>
          <a:prstGeom prst="rightBracket">
            <a:avLst/>
          </a:prstGeom>
          <a:ln w="38100">
            <a:solidFill>
              <a:srgbClr val="002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8" name="Parentesi quadra chiusa 67">
            <a:extLst>
              <a:ext uri="{FF2B5EF4-FFF2-40B4-BE49-F238E27FC236}">
                <a16:creationId xmlns:a16="http://schemas.microsoft.com/office/drawing/2014/main" id="{31EC762B-B7D6-EA93-047D-B247C47661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91462" y="1730216"/>
            <a:ext cx="135595" cy="4400744"/>
          </a:xfrm>
          <a:prstGeom prst="rightBracket">
            <a:avLst/>
          </a:prstGeom>
          <a:ln w="38100">
            <a:solidFill>
              <a:srgbClr val="002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9" name="CasellaDiTesto 68">
            <a:extLst>
              <a:ext uri="{FF2B5EF4-FFF2-40B4-BE49-F238E27FC236}">
                <a16:creationId xmlns:a16="http://schemas.microsoft.com/office/drawing/2014/main" id="{649AF05A-D85D-6F0D-76A8-A7C5D9E932B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821301" y="3669376"/>
            <a:ext cx="24702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noProof="0">
                <a:solidFill>
                  <a:srgbClr val="00255E"/>
                </a:solidFill>
                <a:latin typeface="Abadi" panose="020B0604020104020204" pitchFamily="34" charset="0"/>
              </a:rPr>
              <a:t>2-second</a:t>
            </a:r>
            <a:r>
              <a:rPr lang="en-GB" sz="1600" noProof="0">
                <a:solidFill>
                  <a:srgbClr val="00255E"/>
                </a:solidFill>
                <a:latin typeface="Abadi" panose="020B0604020104020204" pitchFamily="34" charset="0"/>
              </a:rPr>
              <a:t> segment of EEG recording</a:t>
            </a:r>
          </a:p>
        </p:txBody>
      </p:sp>
      <p:sp>
        <p:nvSpPr>
          <p:cNvPr id="70" name="CasellaDiTesto 69">
            <a:extLst>
              <a:ext uri="{FF2B5EF4-FFF2-40B4-BE49-F238E27FC236}">
                <a16:creationId xmlns:a16="http://schemas.microsoft.com/office/drawing/2014/main" id="{6C4454F5-F9BE-C266-A0FA-FB6B61BD194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148052" y="3213595"/>
            <a:ext cx="232638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noProof="0">
                <a:solidFill>
                  <a:srgbClr val="00255E"/>
                </a:solidFill>
                <a:latin typeface="Abadi" panose="020B0604020104020204" pitchFamily="34" charset="0"/>
              </a:rPr>
              <a:t>Total: 5 segments of 2 seconds each, resulting in </a:t>
            </a:r>
            <a:r>
              <a:rPr lang="en-US" sz="1600" b="1" noProof="0">
                <a:solidFill>
                  <a:srgbClr val="00255E"/>
                </a:solidFill>
                <a:latin typeface="Abadi" panose="020B0604020104020204" pitchFamily="34" charset="0"/>
              </a:rPr>
              <a:t>10 seconds</a:t>
            </a:r>
            <a:r>
              <a:rPr lang="en-US" sz="1600" noProof="0">
                <a:solidFill>
                  <a:srgbClr val="00255E"/>
                </a:solidFill>
                <a:latin typeface="Abadi" panose="020B0604020104020204" pitchFamily="34" charset="0"/>
              </a:rPr>
              <a:t> of EEG recording </a:t>
            </a:r>
            <a:r>
              <a:rPr lang="en-US" sz="1600" b="1" noProof="0">
                <a:solidFill>
                  <a:srgbClr val="00255E"/>
                </a:solidFill>
                <a:latin typeface="Abadi" panose="020B0604020104020204" pitchFamily="34" charset="0"/>
              </a:rPr>
              <a:t>per painting</a:t>
            </a:r>
            <a:endParaRPr lang="en-GB" sz="1600" b="1" noProof="0">
              <a:solidFill>
                <a:srgbClr val="00255E"/>
              </a:solidFill>
              <a:latin typeface="Abadi" panose="020B0604020104020204" pitchFamily="34" charset="0"/>
            </a:endParaRPr>
          </a:p>
        </p:txBody>
      </p:sp>
      <p:sp>
        <p:nvSpPr>
          <p:cNvPr id="76" name="CasellaDiTesto 75">
            <a:extLst>
              <a:ext uri="{FF2B5EF4-FFF2-40B4-BE49-F238E27FC236}">
                <a16:creationId xmlns:a16="http://schemas.microsoft.com/office/drawing/2014/main" id="{12ED2569-3905-ECFD-E637-C8C6DAB0202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85602" y="1735296"/>
            <a:ext cx="27416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noProof="0">
                <a:solidFill>
                  <a:srgbClr val="00255E"/>
                </a:solidFill>
                <a:latin typeface="Abadi" panose="020B0604020104020204" pitchFamily="34" charset="0"/>
              </a:rPr>
              <a:t>Data obtained from the </a:t>
            </a:r>
            <a:r>
              <a:rPr lang="en-US" sz="1400" noProof="0" err="1">
                <a:solidFill>
                  <a:srgbClr val="00255E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SensorData</a:t>
            </a:r>
            <a:r>
              <a:rPr lang="en-US" sz="1400" noProof="0">
                <a:solidFill>
                  <a:srgbClr val="00255E"/>
                </a:solidFill>
                <a:latin typeface="Abadi" panose="020B0604020104020204" pitchFamily="34" charset="0"/>
              </a:rPr>
              <a:t> class, representing EEG channels and motion sensors, are saved as CSV files.</a:t>
            </a:r>
            <a:endParaRPr lang="en-GB" sz="1400" noProof="0">
              <a:solidFill>
                <a:srgbClr val="00255E"/>
              </a:solidFill>
              <a:latin typeface="Abadi" panose="020B0604020104020204" pitchFamily="34" charset="0"/>
            </a:endParaRPr>
          </a:p>
        </p:txBody>
      </p:sp>
      <p:pic>
        <p:nvPicPr>
          <p:cNvPr id="78" name="Immagine 77" descr="Immagine che contiene Elementi grafici, schermata, simbolo, Carattere&#10;&#10;Il contenuto generato dall'IA potrebbe non essere corretto.">
            <a:extLst>
              <a:ext uri="{FF2B5EF4-FFF2-40B4-BE49-F238E27FC236}">
                <a16:creationId xmlns:a16="http://schemas.microsoft.com/office/drawing/2014/main" id="{5D15EC49-1283-06C0-60A2-FB14FCD7316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364" y="324085"/>
            <a:ext cx="618776" cy="618776"/>
          </a:xfrm>
          <a:prstGeom prst="rect">
            <a:avLst/>
          </a:prstGeom>
        </p:spPr>
      </p:pic>
      <p:pic>
        <p:nvPicPr>
          <p:cNvPr id="2" name="Immagine 1" descr="Immagine che contiene Elementi grafici, schermata, simbolo, Carattere&#10;&#10;Il contenuto generato dall'IA potrebbe non essere corretto.">
            <a:extLst>
              <a:ext uri="{FF2B5EF4-FFF2-40B4-BE49-F238E27FC236}">
                <a16:creationId xmlns:a16="http://schemas.microsoft.com/office/drawing/2014/main" id="{5494C7A4-8571-6FCE-D624-7AD95F167C7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1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853" y="6173960"/>
            <a:ext cx="425285" cy="425285"/>
          </a:xfrm>
          <a:prstGeom prst="rect">
            <a:avLst/>
          </a:prstGeom>
        </p:spPr>
      </p:pic>
      <p:pic>
        <p:nvPicPr>
          <p:cNvPr id="3" name="Immagine 2" descr="Immagine che contiene simbolo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CD89E871-7B53-9DB4-1DE7-3DF81122FD4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3793" y="6195418"/>
            <a:ext cx="425286" cy="425286"/>
          </a:xfrm>
          <a:prstGeom prst="rect">
            <a:avLst/>
          </a:prstGeom>
        </p:spPr>
      </p:pic>
      <p:pic>
        <p:nvPicPr>
          <p:cNvPr id="5" name="Immagine 4" descr="Immagine che contiene simbolo, Elementi grafici, arte, design&#10;&#10;Il contenuto generato dall'IA potrebbe non essere corretto.">
            <a:extLst>
              <a:ext uri="{FF2B5EF4-FFF2-40B4-BE49-F238E27FC236}">
                <a16:creationId xmlns:a16="http://schemas.microsoft.com/office/drawing/2014/main" id="{8F1A7841-B024-7515-791D-93E44CD2B75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6653" y="6195418"/>
            <a:ext cx="425286" cy="425286"/>
          </a:xfrm>
          <a:prstGeom prst="rect">
            <a:avLst/>
          </a:prstGeom>
        </p:spPr>
      </p:pic>
      <p:pic>
        <p:nvPicPr>
          <p:cNvPr id="6" name="Immagine 5" descr="Immagine che contiene Elementi grafici, grafica, simbolo, Carattere&#10;&#10;Il contenuto generato dall'IA potrebbe non essere corretto.">
            <a:extLst>
              <a:ext uri="{FF2B5EF4-FFF2-40B4-BE49-F238E27FC236}">
                <a16:creationId xmlns:a16="http://schemas.microsoft.com/office/drawing/2014/main" id="{F8D4BFFA-97C1-B78D-52BF-A5851140144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0137" y="6201694"/>
            <a:ext cx="425286" cy="425286"/>
          </a:xfrm>
          <a:prstGeom prst="rect">
            <a:avLst/>
          </a:prstGeom>
        </p:spPr>
      </p:pic>
      <p:pic>
        <p:nvPicPr>
          <p:cNvPr id="8" name="Immagine 7" descr="Immagine che contiene schermata, Blu elettrico, simbolo, numero&#10;&#10;Il contenuto generato dall'IA potrebbe non essere corretto.">
            <a:extLst>
              <a:ext uri="{FF2B5EF4-FFF2-40B4-BE49-F238E27FC236}">
                <a16:creationId xmlns:a16="http://schemas.microsoft.com/office/drawing/2014/main" id="{92EFEAAE-DFF2-ACB4-5F53-8C9014F0AFC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167" y="6195419"/>
            <a:ext cx="425285" cy="425285"/>
          </a:xfrm>
          <a:prstGeom prst="rect">
            <a:avLst/>
          </a:prstGeom>
        </p:spPr>
      </p:pic>
      <p:pic>
        <p:nvPicPr>
          <p:cNvPr id="9" name="Immagine 8" descr="Immagine che contiene triangolo, simbolo, linea, stella&#10;&#10;Il contenuto generato dall'IA potrebbe non essere corretto.">
            <a:extLst>
              <a:ext uri="{FF2B5EF4-FFF2-40B4-BE49-F238E27FC236}">
                <a16:creationId xmlns:a16="http://schemas.microsoft.com/office/drawing/2014/main" id="{039268F7-884B-B0F1-0FAB-C1EBD7956C5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5368" y="6451447"/>
            <a:ext cx="277176" cy="277176"/>
          </a:xfrm>
          <a:prstGeom prst="rect">
            <a:avLst/>
          </a:prstGeom>
        </p:spPr>
      </p:pic>
      <p:pic>
        <p:nvPicPr>
          <p:cNvPr id="10" name="Immagine 9" descr="Immagine che contiene simbolo, Elementi grafici, Carattere&#10;&#10;Il contenuto generato dall'IA potrebbe non essere corretto.">
            <a:extLst>
              <a:ext uri="{FF2B5EF4-FFF2-40B4-BE49-F238E27FC236}">
                <a16:creationId xmlns:a16="http://schemas.microsoft.com/office/drawing/2014/main" id="{5BA350CC-2252-1F18-A786-6F2EFCBCF37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8431" y="6195418"/>
            <a:ext cx="425287" cy="425287"/>
          </a:xfrm>
          <a:prstGeom prst="rect">
            <a:avLst/>
          </a:prstGeom>
        </p:spPr>
      </p:pic>
      <p:pic>
        <p:nvPicPr>
          <p:cNvPr id="11" name="Immagine 10" descr="Immagine che contiene schermata, Elementi grafici, Carattere, Blu elettrico&#10;&#10;Il contenuto generato dall'IA potrebbe non essere corretto.">
            <a:extLst>
              <a:ext uri="{FF2B5EF4-FFF2-40B4-BE49-F238E27FC236}">
                <a16:creationId xmlns:a16="http://schemas.microsoft.com/office/drawing/2014/main" id="{9193F91B-C6E9-84D5-41CC-80DD2BF8748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878" y="6173960"/>
            <a:ext cx="446744" cy="446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2649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1000">
              <a:srgbClr val="EFF0F4"/>
            </a:gs>
            <a:gs pos="0">
              <a:srgbClr val="D3DCEE"/>
            </a:gs>
            <a:gs pos="100000">
              <a:srgbClr val="D3DCEE"/>
            </a:gs>
          </a:gsLst>
          <a:lin ang="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ABF177-7C75-643E-3047-0E467828E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7993B31A-9C05-699C-813B-983A9EFBE8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208596" cy="6858000"/>
          </a:xfrm>
          <a:prstGeom prst="roundRect">
            <a:avLst>
              <a:gd name="adj" fmla="val 0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8D3A01A2-3FBD-650D-05ED-E3B0A40FE6D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55921" y="185195"/>
            <a:ext cx="896556" cy="896556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56A84DA9-0B1C-2A46-D987-1B5C3DB4476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54479" y="373618"/>
            <a:ext cx="9071658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800" b="1">
                <a:solidFill>
                  <a:srgbClr val="00255E"/>
                </a:solidFill>
                <a:latin typeface="Abadi" panose="020B0604020104020204" pitchFamily="34" charset="0"/>
              </a:rPr>
              <a:t>Data Processing: Pipeline</a:t>
            </a:r>
          </a:p>
        </p:txBody>
      </p:sp>
      <p:sp>
        <p:nvSpPr>
          <p:cNvPr id="3" name="Freccia a gallone 2">
            <a:extLst>
              <a:ext uri="{FF2B5EF4-FFF2-40B4-BE49-F238E27FC236}">
                <a16:creationId xmlns:a16="http://schemas.microsoft.com/office/drawing/2014/main" id="{6FC14779-5601-C123-C9F9-85DCCE5E6B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90256" y="3433070"/>
            <a:ext cx="688258" cy="566557"/>
          </a:xfrm>
          <a:prstGeom prst="chevron">
            <a:avLst/>
          </a:prstGeom>
          <a:solidFill>
            <a:srgbClr val="A59EE1"/>
          </a:solidFill>
          <a:ln>
            <a:solidFill>
              <a:srgbClr val="A59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5" name="Freccia a gallone 4">
            <a:extLst>
              <a:ext uri="{FF2B5EF4-FFF2-40B4-BE49-F238E27FC236}">
                <a16:creationId xmlns:a16="http://schemas.microsoft.com/office/drawing/2014/main" id="{3A8FFD5C-19D2-2047-5943-909EECE9777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98002" y="3433070"/>
            <a:ext cx="688258" cy="566557"/>
          </a:xfrm>
          <a:prstGeom prst="chevron">
            <a:avLst/>
          </a:prstGeom>
          <a:solidFill>
            <a:srgbClr val="A59EE1"/>
          </a:solidFill>
          <a:ln>
            <a:solidFill>
              <a:srgbClr val="A59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6" name="Freccia a gallone 5">
            <a:extLst>
              <a:ext uri="{FF2B5EF4-FFF2-40B4-BE49-F238E27FC236}">
                <a16:creationId xmlns:a16="http://schemas.microsoft.com/office/drawing/2014/main" id="{2647550E-F637-A621-883E-30AD6BB2CB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86260" y="3433069"/>
            <a:ext cx="688258" cy="566557"/>
          </a:xfrm>
          <a:prstGeom prst="chevron">
            <a:avLst/>
          </a:prstGeom>
          <a:solidFill>
            <a:srgbClr val="A59EE1"/>
          </a:solidFill>
          <a:ln>
            <a:solidFill>
              <a:srgbClr val="A59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8" name="Freccia a gallone 7">
            <a:extLst>
              <a:ext uri="{FF2B5EF4-FFF2-40B4-BE49-F238E27FC236}">
                <a16:creationId xmlns:a16="http://schemas.microsoft.com/office/drawing/2014/main" id="{B625DC35-6404-F59A-AE7E-E79E09BAE3A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74518" y="3433069"/>
            <a:ext cx="688258" cy="566557"/>
          </a:xfrm>
          <a:prstGeom prst="chevron">
            <a:avLst/>
          </a:prstGeom>
          <a:solidFill>
            <a:srgbClr val="A59EE1"/>
          </a:solidFill>
          <a:ln>
            <a:solidFill>
              <a:srgbClr val="A59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9" name="Freccia a gallone 8">
            <a:extLst>
              <a:ext uri="{FF2B5EF4-FFF2-40B4-BE49-F238E27FC236}">
                <a16:creationId xmlns:a16="http://schemas.microsoft.com/office/drawing/2014/main" id="{924CE93B-9108-A44F-1D7A-C2E3D3CE7B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662776" y="3433068"/>
            <a:ext cx="688258" cy="566557"/>
          </a:xfrm>
          <a:prstGeom prst="chevron">
            <a:avLst/>
          </a:prstGeom>
          <a:solidFill>
            <a:srgbClr val="A59EE1"/>
          </a:solidFill>
          <a:ln>
            <a:solidFill>
              <a:srgbClr val="A59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10" name="Freccia a gallone 9">
            <a:extLst>
              <a:ext uri="{FF2B5EF4-FFF2-40B4-BE49-F238E27FC236}">
                <a16:creationId xmlns:a16="http://schemas.microsoft.com/office/drawing/2014/main" id="{FA775A5E-AF24-F473-0DF7-73854172EA2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51034" y="3441119"/>
            <a:ext cx="688258" cy="566557"/>
          </a:xfrm>
          <a:prstGeom prst="chevron">
            <a:avLst/>
          </a:prstGeom>
          <a:solidFill>
            <a:srgbClr val="A59EE1"/>
          </a:solidFill>
          <a:ln>
            <a:solidFill>
              <a:srgbClr val="A59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11" name="Freccia a gallone 10">
            <a:extLst>
              <a:ext uri="{FF2B5EF4-FFF2-40B4-BE49-F238E27FC236}">
                <a16:creationId xmlns:a16="http://schemas.microsoft.com/office/drawing/2014/main" id="{345484DB-35AD-D203-F8D5-1DCBADA1DC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039292" y="3431287"/>
            <a:ext cx="688258" cy="566557"/>
          </a:xfrm>
          <a:prstGeom prst="chevron">
            <a:avLst/>
          </a:prstGeom>
          <a:solidFill>
            <a:srgbClr val="A59EE1"/>
          </a:solidFill>
          <a:ln>
            <a:solidFill>
              <a:srgbClr val="A59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14" name="Freccia a gallone 13">
            <a:extLst>
              <a:ext uri="{FF2B5EF4-FFF2-40B4-BE49-F238E27FC236}">
                <a16:creationId xmlns:a16="http://schemas.microsoft.com/office/drawing/2014/main" id="{381060FF-34EF-67DD-911A-3731EAF83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727550" y="3441118"/>
            <a:ext cx="688258" cy="566557"/>
          </a:xfrm>
          <a:prstGeom prst="chevron">
            <a:avLst/>
          </a:prstGeom>
          <a:solidFill>
            <a:srgbClr val="A59EE1"/>
          </a:solidFill>
          <a:ln>
            <a:solidFill>
              <a:srgbClr val="A59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17" name="Freccia a gallone 16">
            <a:extLst>
              <a:ext uri="{FF2B5EF4-FFF2-40B4-BE49-F238E27FC236}">
                <a16:creationId xmlns:a16="http://schemas.microsoft.com/office/drawing/2014/main" id="{D958F695-2986-25F2-749D-E69DBC04BE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15808" y="3441118"/>
            <a:ext cx="688258" cy="566557"/>
          </a:xfrm>
          <a:prstGeom prst="chevron">
            <a:avLst/>
          </a:prstGeom>
          <a:solidFill>
            <a:srgbClr val="A59EE1"/>
          </a:solidFill>
          <a:ln>
            <a:solidFill>
              <a:srgbClr val="A59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21" name="Freccia a gallone 20">
            <a:extLst>
              <a:ext uri="{FF2B5EF4-FFF2-40B4-BE49-F238E27FC236}">
                <a16:creationId xmlns:a16="http://schemas.microsoft.com/office/drawing/2014/main" id="{3376EF31-C020-39AA-0D44-9E67C7E5DA5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04066" y="3441118"/>
            <a:ext cx="688258" cy="566557"/>
          </a:xfrm>
          <a:prstGeom prst="chevron">
            <a:avLst/>
          </a:prstGeom>
          <a:solidFill>
            <a:srgbClr val="A59EE1"/>
          </a:solidFill>
          <a:ln>
            <a:solidFill>
              <a:srgbClr val="A59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23" name="Freccia a gallone 22">
            <a:extLst>
              <a:ext uri="{FF2B5EF4-FFF2-40B4-BE49-F238E27FC236}">
                <a16:creationId xmlns:a16="http://schemas.microsoft.com/office/drawing/2014/main" id="{2DE5FFE3-CBB4-044F-76A0-0D3D3E830E1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792324" y="3441118"/>
            <a:ext cx="688258" cy="566557"/>
          </a:xfrm>
          <a:prstGeom prst="chevron">
            <a:avLst/>
          </a:prstGeom>
          <a:solidFill>
            <a:srgbClr val="A59EE1"/>
          </a:solidFill>
          <a:ln>
            <a:solidFill>
              <a:srgbClr val="A59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24" name="Freccia a gallone 23">
            <a:extLst>
              <a:ext uri="{FF2B5EF4-FFF2-40B4-BE49-F238E27FC236}">
                <a16:creationId xmlns:a16="http://schemas.microsoft.com/office/drawing/2014/main" id="{8A69CD9C-CA82-2423-F3A1-F34699ED50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480582" y="3441118"/>
            <a:ext cx="688258" cy="566557"/>
          </a:xfrm>
          <a:prstGeom prst="chevron">
            <a:avLst/>
          </a:prstGeom>
          <a:solidFill>
            <a:srgbClr val="A59EE1"/>
          </a:solidFill>
          <a:ln>
            <a:solidFill>
              <a:srgbClr val="A59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25" name="Freccia a gallone 24">
            <a:extLst>
              <a:ext uri="{FF2B5EF4-FFF2-40B4-BE49-F238E27FC236}">
                <a16:creationId xmlns:a16="http://schemas.microsoft.com/office/drawing/2014/main" id="{F56DA96B-E44A-CDB3-CB31-6147922509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168840" y="3441118"/>
            <a:ext cx="688258" cy="566557"/>
          </a:xfrm>
          <a:prstGeom prst="chevron">
            <a:avLst/>
          </a:prstGeom>
          <a:solidFill>
            <a:srgbClr val="A59EE1"/>
          </a:solidFill>
          <a:ln>
            <a:solidFill>
              <a:srgbClr val="A59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26" name="Freccia a gallone 25">
            <a:extLst>
              <a:ext uri="{FF2B5EF4-FFF2-40B4-BE49-F238E27FC236}">
                <a16:creationId xmlns:a16="http://schemas.microsoft.com/office/drawing/2014/main" id="{08DF832B-15BA-554E-9A3F-1AA68CE0A9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857098" y="3441117"/>
            <a:ext cx="688258" cy="566557"/>
          </a:xfrm>
          <a:prstGeom prst="chevron">
            <a:avLst/>
          </a:prstGeom>
          <a:solidFill>
            <a:srgbClr val="A59EE1"/>
          </a:solidFill>
          <a:ln>
            <a:solidFill>
              <a:srgbClr val="A59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27" name="Freccia a gallone 26">
            <a:extLst>
              <a:ext uri="{FF2B5EF4-FFF2-40B4-BE49-F238E27FC236}">
                <a16:creationId xmlns:a16="http://schemas.microsoft.com/office/drawing/2014/main" id="{46A95859-B1BD-0B5A-A595-37B7C5E28F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579405" y="3444851"/>
            <a:ext cx="688258" cy="566557"/>
          </a:xfrm>
          <a:prstGeom prst="chevron">
            <a:avLst/>
          </a:prstGeom>
          <a:solidFill>
            <a:srgbClr val="A59EE1"/>
          </a:solidFill>
          <a:ln>
            <a:solidFill>
              <a:srgbClr val="A59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28" name="Freccia a gallone 27">
            <a:extLst>
              <a:ext uri="{FF2B5EF4-FFF2-40B4-BE49-F238E27FC236}">
                <a16:creationId xmlns:a16="http://schemas.microsoft.com/office/drawing/2014/main" id="{92C48AF4-2380-F976-C6F2-31C1538498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267663" y="3441117"/>
            <a:ext cx="688258" cy="566557"/>
          </a:xfrm>
          <a:prstGeom prst="chevron">
            <a:avLst/>
          </a:prstGeom>
          <a:solidFill>
            <a:srgbClr val="A59EE1"/>
          </a:solidFill>
          <a:ln>
            <a:solidFill>
              <a:srgbClr val="A59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29" name="Freccia a gallone 28">
            <a:extLst>
              <a:ext uri="{FF2B5EF4-FFF2-40B4-BE49-F238E27FC236}">
                <a16:creationId xmlns:a16="http://schemas.microsoft.com/office/drawing/2014/main" id="{27513D10-8450-DD4D-7E7A-C61D3777671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955921" y="3441117"/>
            <a:ext cx="688258" cy="566557"/>
          </a:xfrm>
          <a:prstGeom prst="chevron">
            <a:avLst/>
          </a:prstGeom>
          <a:solidFill>
            <a:srgbClr val="A59EE1"/>
          </a:solidFill>
          <a:ln>
            <a:solidFill>
              <a:srgbClr val="A59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30" name="Freccia a gallone 29">
            <a:extLst>
              <a:ext uri="{FF2B5EF4-FFF2-40B4-BE49-F238E27FC236}">
                <a16:creationId xmlns:a16="http://schemas.microsoft.com/office/drawing/2014/main" id="{67412E5F-9227-73EB-E2F0-2A90FC47EB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639627" y="3441116"/>
            <a:ext cx="688258" cy="566557"/>
          </a:xfrm>
          <a:prstGeom prst="chevron">
            <a:avLst/>
          </a:prstGeom>
          <a:solidFill>
            <a:srgbClr val="A59EE1"/>
          </a:solidFill>
          <a:ln>
            <a:solidFill>
              <a:srgbClr val="A59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grpSp>
        <p:nvGrpSpPr>
          <p:cNvPr id="57" name="Gruppo 56">
            <a:extLst>
              <a:ext uri="{FF2B5EF4-FFF2-40B4-BE49-F238E27FC236}">
                <a16:creationId xmlns:a16="http://schemas.microsoft.com/office/drawing/2014/main" id="{E9AFFEBC-7BC6-0951-4A75-A86799C35A5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691043" y="2902876"/>
            <a:ext cx="1751509" cy="1507448"/>
            <a:chOff x="6238074" y="2566560"/>
            <a:chExt cx="1751509" cy="1507448"/>
          </a:xfrm>
        </p:grpSpPr>
        <p:sp>
          <p:nvSpPr>
            <p:cNvPr id="38" name="Rettangolo con angoli arrotondati 37">
              <a:extLst>
                <a:ext uri="{FF2B5EF4-FFF2-40B4-BE49-F238E27FC236}">
                  <a16:creationId xmlns:a16="http://schemas.microsoft.com/office/drawing/2014/main" id="{91063AA3-4534-F61B-CB2C-0F6D91C1F81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238074" y="2566560"/>
              <a:ext cx="1751509" cy="1507448"/>
            </a:xfrm>
            <a:prstGeom prst="roundRect">
              <a:avLst/>
            </a:prstGeom>
            <a:solidFill>
              <a:srgbClr val="0025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7" name="Immagine 36" descr="Immagine che contiene nero, schermata, bianco e nero, monocromatico&#10;&#10;Il contenuto generato dall'IA potrebbe non essere corretto.">
              <a:extLst>
                <a:ext uri="{FF2B5EF4-FFF2-40B4-BE49-F238E27FC236}">
                  <a16:creationId xmlns:a16="http://schemas.microsoft.com/office/drawing/2014/main" id="{784D276A-89FA-2D03-F9A4-4B28B8ABF5D7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 cstate="print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harpenSoften amount="100000"/>
                      </a14:imgEffect>
                      <a14:imgEffect>
                        <a14:colorTemperature colorTemp="6200"/>
                      </a14:imgEffect>
                      <a14:imgEffect>
                        <a14:saturation sat="0"/>
                      </a14:imgEffect>
                      <a14:imgEffect>
                        <a14:brightnessContrast bright="100000" contrast="-7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10119" y="2573113"/>
              <a:ext cx="1600313" cy="1377320"/>
            </a:xfrm>
            <a:prstGeom prst="rect">
              <a:avLst/>
            </a:prstGeom>
          </p:spPr>
        </p:pic>
      </p:grp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6A10D373-6F07-1E63-F670-E9A2A1AF88C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35413" y="4539364"/>
            <a:ext cx="25565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noProof="0">
                <a:solidFill>
                  <a:srgbClr val="00255E"/>
                </a:solidFill>
                <a:latin typeface="Abadi" panose="020B0604020104020204" pitchFamily="34" charset="0"/>
              </a:rPr>
              <a:t>The raw EEG data is </a:t>
            </a:r>
            <a:r>
              <a:rPr lang="en-US" sz="1400" b="1" noProof="0">
                <a:solidFill>
                  <a:srgbClr val="00255E"/>
                </a:solidFill>
                <a:latin typeface="Abadi" panose="020B0604020104020204" pitchFamily="34" charset="0"/>
              </a:rPr>
              <a:t>normalized</a:t>
            </a:r>
            <a:r>
              <a:rPr lang="en-US" sz="1400" noProof="0">
                <a:solidFill>
                  <a:srgbClr val="00255E"/>
                </a:solidFill>
                <a:latin typeface="Abadi" panose="020B0604020104020204" pitchFamily="34" charset="0"/>
              </a:rPr>
              <a:t> to ensure consistency across channels and sessions.</a:t>
            </a:r>
            <a:endParaRPr lang="en-GB" sz="1400" noProof="0">
              <a:solidFill>
                <a:srgbClr val="00255E"/>
              </a:solidFill>
              <a:latin typeface="Abadi" panose="020B0604020104020204" pitchFamily="34" charset="0"/>
            </a:endParaRPr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A62B1F19-771B-80D7-D441-70F3DE878CF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859666" y="1717377"/>
            <a:ext cx="340715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noProof="0">
                <a:solidFill>
                  <a:srgbClr val="00255E"/>
                </a:solidFill>
                <a:latin typeface="Abadi" panose="020B0604020104020204" pitchFamily="34" charset="0"/>
              </a:rPr>
              <a:t>Then, a </a:t>
            </a:r>
            <a:r>
              <a:rPr lang="en-US" sz="1400" b="1" noProof="0">
                <a:solidFill>
                  <a:srgbClr val="00255E"/>
                </a:solidFill>
                <a:latin typeface="Abadi" panose="020B0604020104020204" pitchFamily="34" charset="0"/>
              </a:rPr>
              <a:t>band-pass filter</a:t>
            </a:r>
            <a:r>
              <a:rPr lang="en-US" sz="1400" noProof="0">
                <a:solidFill>
                  <a:srgbClr val="00255E"/>
                </a:solidFill>
                <a:latin typeface="Abadi" panose="020B0604020104020204" pitchFamily="34" charset="0"/>
              </a:rPr>
              <a:t> (1–50 Hz) is applied to remove noise and irrelevant frequency components.</a:t>
            </a:r>
            <a:endParaRPr lang="en-GB" sz="1400" noProof="0">
              <a:solidFill>
                <a:srgbClr val="00255E"/>
              </a:solidFill>
              <a:latin typeface="Abadi" panose="020B0604020104020204" pitchFamily="34" charset="0"/>
            </a:endParaRP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BE0D4A8D-0536-7F69-67C9-F91442598C2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397058" y="4554851"/>
            <a:ext cx="26188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noProof="0">
                <a:solidFill>
                  <a:srgbClr val="00255E"/>
                </a:solidFill>
                <a:latin typeface="Abadi" panose="020B0604020104020204" pitchFamily="34" charset="0"/>
              </a:rPr>
              <a:t>A set of </a:t>
            </a:r>
            <a:r>
              <a:rPr lang="en-US" sz="1400" b="1" noProof="0">
                <a:solidFill>
                  <a:srgbClr val="00255E"/>
                </a:solidFill>
                <a:latin typeface="Abadi" panose="020B0604020104020204" pitchFamily="34" charset="0"/>
              </a:rPr>
              <a:t>features</a:t>
            </a:r>
            <a:r>
              <a:rPr lang="en-US" sz="1400" noProof="0">
                <a:solidFill>
                  <a:srgbClr val="00255E"/>
                </a:solidFill>
                <a:latin typeface="Abadi" panose="020B0604020104020204" pitchFamily="34" charset="0"/>
              </a:rPr>
              <a:t> is </a:t>
            </a:r>
            <a:r>
              <a:rPr lang="en-US" sz="1400" b="1" noProof="0">
                <a:solidFill>
                  <a:srgbClr val="00255E"/>
                </a:solidFill>
                <a:latin typeface="Abadi" panose="020B0604020104020204" pitchFamily="34" charset="0"/>
              </a:rPr>
              <a:t>extracted</a:t>
            </a:r>
            <a:r>
              <a:rPr lang="en-US" sz="1400" noProof="0">
                <a:solidFill>
                  <a:srgbClr val="00255E"/>
                </a:solidFill>
                <a:latin typeface="Abadi" panose="020B0604020104020204" pitchFamily="34" charset="0"/>
              </a:rPr>
              <a:t> from the filtered data to be used as </a:t>
            </a:r>
            <a:r>
              <a:rPr lang="en-US" sz="1400" b="1" noProof="0">
                <a:solidFill>
                  <a:srgbClr val="00255E"/>
                </a:solidFill>
                <a:latin typeface="Abadi" panose="020B0604020104020204" pitchFamily="34" charset="0"/>
              </a:rPr>
              <a:t>input</a:t>
            </a:r>
            <a:r>
              <a:rPr lang="en-US" sz="1400" noProof="0">
                <a:solidFill>
                  <a:srgbClr val="00255E"/>
                </a:solidFill>
                <a:latin typeface="Abadi" panose="020B0604020104020204" pitchFamily="34" charset="0"/>
              </a:rPr>
              <a:t> for the </a:t>
            </a:r>
            <a:r>
              <a:rPr lang="en-US" sz="1400" b="1" noProof="0">
                <a:solidFill>
                  <a:srgbClr val="00255E"/>
                </a:solidFill>
                <a:latin typeface="Abadi" panose="020B0604020104020204" pitchFamily="34" charset="0"/>
              </a:rPr>
              <a:t>classification</a:t>
            </a:r>
            <a:r>
              <a:rPr lang="en-US" sz="1400" noProof="0">
                <a:solidFill>
                  <a:srgbClr val="00255E"/>
                </a:solidFill>
                <a:latin typeface="Abadi" panose="020B0604020104020204" pitchFamily="34" charset="0"/>
              </a:rPr>
              <a:t> model.</a:t>
            </a:r>
            <a:endParaRPr lang="en-GB" sz="1400" noProof="0">
              <a:solidFill>
                <a:srgbClr val="00255E"/>
              </a:solidFill>
              <a:latin typeface="Abadi" panose="020B0604020104020204" pitchFamily="34" charset="0"/>
            </a:endParaRPr>
          </a:p>
        </p:txBody>
      </p:sp>
      <p:grpSp>
        <p:nvGrpSpPr>
          <p:cNvPr id="56" name="Gruppo 55">
            <a:extLst>
              <a:ext uri="{FF2B5EF4-FFF2-40B4-BE49-F238E27FC236}">
                <a16:creationId xmlns:a16="http://schemas.microsoft.com/office/drawing/2014/main" id="{F308F074-CCF3-02F1-32E9-FE4B2A7BADE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24746" y="2909429"/>
            <a:ext cx="1777891" cy="1502768"/>
            <a:chOff x="3171777" y="2573113"/>
            <a:chExt cx="1777891" cy="1502768"/>
          </a:xfrm>
        </p:grpSpPr>
        <p:sp>
          <p:nvSpPr>
            <p:cNvPr id="42" name="Rettangolo con angoli arrotondati 41">
              <a:extLst>
                <a:ext uri="{FF2B5EF4-FFF2-40B4-BE49-F238E27FC236}">
                  <a16:creationId xmlns:a16="http://schemas.microsoft.com/office/drawing/2014/main" id="{D8220273-12AE-929B-33C8-EBF6321F219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71777" y="2573113"/>
              <a:ext cx="1777891" cy="1502768"/>
            </a:xfrm>
            <a:prstGeom prst="roundRect">
              <a:avLst/>
            </a:prstGeom>
            <a:solidFill>
              <a:srgbClr val="0025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4" name="Immagine 43" descr="Immagine che contiene linea&#10;&#10;Il contenuto generato dall'IA potrebbe non essere corretto.">
              <a:extLst>
                <a:ext uri="{FF2B5EF4-FFF2-40B4-BE49-F238E27FC236}">
                  <a16:creationId xmlns:a16="http://schemas.microsoft.com/office/drawing/2014/main" id="{B6226BF3-11A5-C1E0-C9E1-B76B3135FB9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8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658" r="5693"/>
            <a:stretch/>
          </p:blipFill>
          <p:spPr>
            <a:xfrm>
              <a:off x="3218225" y="2614709"/>
              <a:ext cx="1695475" cy="1247192"/>
            </a:xfrm>
            <a:prstGeom prst="rect">
              <a:avLst/>
            </a:prstGeom>
          </p:spPr>
        </p:pic>
      </p:grpSp>
      <p:sp>
        <p:nvSpPr>
          <p:cNvPr id="48" name="Rettangolo con angoli arrotondati 47">
            <a:extLst>
              <a:ext uri="{FF2B5EF4-FFF2-40B4-BE49-F238E27FC236}">
                <a16:creationId xmlns:a16="http://schemas.microsoft.com/office/drawing/2014/main" id="{36C1AEDD-B32A-51AE-6A7C-81C358775E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819068" y="2907556"/>
            <a:ext cx="1777891" cy="1502768"/>
          </a:xfrm>
          <a:prstGeom prst="roundRect">
            <a:avLst/>
          </a:prstGeom>
          <a:solidFill>
            <a:srgbClr val="0025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54" name="Immagine 53" descr="Immagine che contiene cerchio, Elementi grafici, design, illustrazione&#10;&#10;Il contenuto generato dall'IA potrebbe non essere corretto.">
            <a:extLst>
              <a:ext uri="{FF2B5EF4-FFF2-40B4-BE49-F238E27FC236}">
                <a16:creationId xmlns:a16="http://schemas.microsoft.com/office/drawing/2014/main" id="{EEB9BE93-ED3C-84CF-A6F5-9AA463D1A69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5054" y="3112297"/>
            <a:ext cx="1085920" cy="1085920"/>
          </a:xfrm>
          <a:prstGeom prst="rect">
            <a:avLst/>
          </a:prstGeom>
        </p:spPr>
      </p:pic>
      <p:sp>
        <p:nvSpPr>
          <p:cNvPr id="55" name="Rettangolo con angoli arrotondati 54">
            <a:extLst>
              <a:ext uri="{FF2B5EF4-FFF2-40B4-BE49-F238E27FC236}">
                <a16:creationId xmlns:a16="http://schemas.microsoft.com/office/drawing/2014/main" id="{B5D3E646-9024-31BB-F6FA-4133A4741F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63957" y="2902876"/>
            <a:ext cx="1777891" cy="1502768"/>
          </a:xfrm>
          <a:prstGeom prst="roundRect">
            <a:avLst/>
          </a:prstGeom>
          <a:solidFill>
            <a:srgbClr val="0025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59" name="Immagine 58" descr="Immagine che contiene simbolo, cerchio, Elementi grafici, Blu elettrico&#10;&#10;Il contenuto generato dall'IA potrebbe non essere corretto.">
            <a:extLst>
              <a:ext uri="{FF2B5EF4-FFF2-40B4-BE49-F238E27FC236}">
                <a16:creationId xmlns:a16="http://schemas.microsoft.com/office/drawing/2014/main" id="{900E1D67-D1E9-BDA6-086B-C29F7E74A1D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906" y="2699929"/>
            <a:ext cx="502192" cy="502192"/>
          </a:xfrm>
          <a:prstGeom prst="rect">
            <a:avLst/>
          </a:prstGeom>
        </p:spPr>
      </p:pic>
      <p:pic>
        <p:nvPicPr>
          <p:cNvPr id="60" name="Immagine 59" descr="Immagine che contiene Elementi grafici, cerchio, logo, simbolo&#10;&#10;Il contenuto generato dall'IA potrebbe non essere corretto.">
            <a:extLst>
              <a:ext uri="{FF2B5EF4-FFF2-40B4-BE49-F238E27FC236}">
                <a16:creationId xmlns:a16="http://schemas.microsoft.com/office/drawing/2014/main" id="{037E011B-2269-9030-BDCF-07080C33B78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877" y="2697835"/>
            <a:ext cx="502193" cy="502193"/>
          </a:xfrm>
          <a:prstGeom prst="rect">
            <a:avLst/>
          </a:prstGeom>
        </p:spPr>
      </p:pic>
      <p:pic>
        <p:nvPicPr>
          <p:cNvPr id="61" name="Immagine 60" descr="Immagine che contiene Elementi grafici, cerchio, logo, Blu elettrico&#10;&#10;Il contenuto generato dall'IA potrebbe non essere corretto.">
            <a:extLst>
              <a:ext uri="{FF2B5EF4-FFF2-40B4-BE49-F238E27FC236}">
                <a16:creationId xmlns:a16="http://schemas.microsoft.com/office/drawing/2014/main" id="{209D9FF6-219D-995A-143B-81EDC7142B1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438" y="2697834"/>
            <a:ext cx="502193" cy="502193"/>
          </a:xfrm>
          <a:prstGeom prst="rect">
            <a:avLst/>
          </a:prstGeom>
        </p:spPr>
      </p:pic>
      <p:pic>
        <p:nvPicPr>
          <p:cNvPr id="62" name="Immagine 61" descr="Immagine che contiene simbolo, cerchio, Elementi grafici, logo&#10;&#10;Il contenuto generato dall'IA potrebbe non essere corretto.">
            <a:extLst>
              <a:ext uri="{FF2B5EF4-FFF2-40B4-BE49-F238E27FC236}">
                <a16:creationId xmlns:a16="http://schemas.microsoft.com/office/drawing/2014/main" id="{4829A5A5-6233-FC38-47B1-FF2DA846DE6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7971" y="2703617"/>
            <a:ext cx="502193" cy="502193"/>
          </a:xfrm>
          <a:prstGeom prst="rect">
            <a:avLst/>
          </a:prstGeom>
        </p:spPr>
      </p:pic>
      <p:sp>
        <p:nvSpPr>
          <p:cNvPr id="64" name="CasellaDiTesto 63">
            <a:extLst>
              <a:ext uri="{FF2B5EF4-FFF2-40B4-BE49-F238E27FC236}">
                <a16:creationId xmlns:a16="http://schemas.microsoft.com/office/drawing/2014/main" id="{F83297DB-085C-6967-FBF1-42DA878CECA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98981" y="2585419"/>
            <a:ext cx="19225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noProof="0">
                <a:solidFill>
                  <a:srgbClr val="00255E"/>
                </a:solidFill>
                <a:latin typeface="Abadi" panose="020B0604020104020204" pitchFamily="34" charset="0"/>
              </a:rPr>
              <a:t>RAW DATA EXPORT</a:t>
            </a:r>
          </a:p>
        </p:txBody>
      </p:sp>
      <p:sp>
        <p:nvSpPr>
          <p:cNvPr id="65" name="CasellaDiTesto 64">
            <a:extLst>
              <a:ext uri="{FF2B5EF4-FFF2-40B4-BE49-F238E27FC236}">
                <a16:creationId xmlns:a16="http://schemas.microsoft.com/office/drawing/2014/main" id="{3B4023DF-EE0E-61C4-5360-878709BB190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735322" y="2585418"/>
            <a:ext cx="17062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>
                <a:solidFill>
                  <a:srgbClr val="00255E"/>
                </a:solidFill>
                <a:latin typeface="Abadi" panose="020B0604020104020204" pitchFamily="34" charset="0"/>
              </a:rPr>
              <a:t>NORMALIZATION</a:t>
            </a:r>
            <a:endParaRPr lang="en-GB" sz="1400" b="1" noProof="0">
              <a:solidFill>
                <a:srgbClr val="00255E"/>
              </a:solidFill>
              <a:latin typeface="Abadi" panose="020B0604020104020204" pitchFamily="34" charset="0"/>
            </a:endParaRPr>
          </a:p>
        </p:txBody>
      </p:sp>
      <p:sp>
        <p:nvSpPr>
          <p:cNvPr id="66" name="CasellaDiTesto 65">
            <a:extLst>
              <a:ext uri="{FF2B5EF4-FFF2-40B4-BE49-F238E27FC236}">
                <a16:creationId xmlns:a16="http://schemas.microsoft.com/office/drawing/2014/main" id="{FECC75B2-59AB-AFD6-366C-B54FFC4DE87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744552" y="2585417"/>
            <a:ext cx="22607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noProof="0">
                <a:solidFill>
                  <a:srgbClr val="00255E"/>
                </a:solidFill>
                <a:latin typeface="Abadi" panose="020B0604020104020204" pitchFamily="34" charset="0"/>
              </a:rPr>
              <a:t>BANDPASS FILTERING</a:t>
            </a:r>
          </a:p>
        </p:txBody>
      </p:sp>
      <p:sp>
        <p:nvSpPr>
          <p:cNvPr id="67" name="CasellaDiTesto 66">
            <a:extLst>
              <a:ext uri="{FF2B5EF4-FFF2-40B4-BE49-F238E27FC236}">
                <a16:creationId xmlns:a16="http://schemas.microsoft.com/office/drawing/2014/main" id="{E96F943B-95C1-360F-D7C8-6B0C9B04952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923534" y="2585417"/>
            <a:ext cx="21016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>
                <a:solidFill>
                  <a:srgbClr val="00255E"/>
                </a:solidFill>
                <a:latin typeface="Abadi" panose="020B0604020104020204" pitchFamily="34" charset="0"/>
              </a:rPr>
              <a:t>FEATURE EXTRACTION</a:t>
            </a:r>
            <a:endParaRPr lang="en-GB" sz="1400" b="1" noProof="0">
              <a:solidFill>
                <a:srgbClr val="00255E"/>
              </a:solidFill>
              <a:latin typeface="Abadi" panose="020B0604020104020204" pitchFamily="34" charset="0"/>
            </a:endParaRPr>
          </a:p>
        </p:txBody>
      </p:sp>
      <p:sp>
        <p:nvSpPr>
          <p:cNvPr id="68" name="CasellaDiTesto 67">
            <a:extLst>
              <a:ext uri="{FF2B5EF4-FFF2-40B4-BE49-F238E27FC236}">
                <a16:creationId xmlns:a16="http://schemas.microsoft.com/office/drawing/2014/main" id="{EA480C82-949B-495F-2236-EA4979F56DC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2071" y="1501934"/>
            <a:ext cx="27416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noProof="0">
                <a:solidFill>
                  <a:srgbClr val="00255E"/>
                </a:solidFill>
                <a:latin typeface="Abadi" panose="020B0604020104020204" pitchFamily="34" charset="0"/>
              </a:rPr>
              <a:t>Data obtained from the </a:t>
            </a:r>
            <a:r>
              <a:rPr lang="en-US" sz="1400" noProof="0" err="1">
                <a:solidFill>
                  <a:srgbClr val="00255E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SensorData</a:t>
            </a:r>
            <a:r>
              <a:rPr lang="en-US" sz="1400" noProof="0">
                <a:solidFill>
                  <a:srgbClr val="00255E"/>
                </a:solidFill>
                <a:latin typeface="Abadi" panose="020B0604020104020204" pitchFamily="34" charset="0"/>
              </a:rPr>
              <a:t> class, representing EEG channels and motion sensors, are saved as CSV files.</a:t>
            </a:r>
            <a:endParaRPr lang="en-GB" sz="1400" noProof="0">
              <a:solidFill>
                <a:srgbClr val="00255E"/>
              </a:solidFill>
              <a:latin typeface="Abadi" panose="020B0604020104020204" pitchFamily="34" charset="0"/>
            </a:endParaRPr>
          </a:p>
        </p:txBody>
      </p:sp>
      <p:pic>
        <p:nvPicPr>
          <p:cNvPr id="69" name="Immagine 68" descr="Immagine che contiene schermata, Elementi grafici, Carattere, simbolo&#10;&#10;Il contenuto generato dall'IA potrebbe non essere corretto.">
            <a:extLst>
              <a:ext uri="{FF2B5EF4-FFF2-40B4-BE49-F238E27FC236}">
                <a16:creationId xmlns:a16="http://schemas.microsoft.com/office/drawing/2014/main" id="{BC8E6EEA-0144-7954-DAEE-7D2BA895F94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228" y="3271654"/>
            <a:ext cx="733627" cy="778318"/>
          </a:xfrm>
          <a:prstGeom prst="rect">
            <a:avLst/>
          </a:prstGeom>
        </p:spPr>
      </p:pic>
      <p:pic>
        <p:nvPicPr>
          <p:cNvPr id="70" name="Immagine 69" descr="Immagine che contiene Elementi grafici, schermata, simbolo, Carattere&#10;&#10;Il contenuto generato dall'IA potrebbe non essere corretto.">
            <a:extLst>
              <a:ext uri="{FF2B5EF4-FFF2-40B4-BE49-F238E27FC236}">
                <a16:creationId xmlns:a16="http://schemas.microsoft.com/office/drawing/2014/main" id="{3657E1A7-BD78-2A6B-83E5-2851F200B93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364" y="324085"/>
            <a:ext cx="618776" cy="618776"/>
          </a:xfrm>
          <a:prstGeom prst="rect">
            <a:avLst/>
          </a:prstGeom>
        </p:spPr>
      </p:pic>
      <p:pic>
        <p:nvPicPr>
          <p:cNvPr id="31" name="Immagine 30" descr="Immagine che contiene Elementi grafici, schermata, simbolo, Carattere&#10;&#10;Il contenuto generato dall'IA potrebbe non essere corretto.">
            <a:extLst>
              <a:ext uri="{FF2B5EF4-FFF2-40B4-BE49-F238E27FC236}">
                <a16:creationId xmlns:a16="http://schemas.microsoft.com/office/drawing/2014/main" id="{B6D72153-D36A-B5F1-3A39-6A56CE78017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7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853" y="6173960"/>
            <a:ext cx="425285" cy="425285"/>
          </a:xfrm>
          <a:prstGeom prst="rect">
            <a:avLst/>
          </a:prstGeom>
        </p:spPr>
      </p:pic>
      <p:pic>
        <p:nvPicPr>
          <p:cNvPr id="32" name="Immagine 31" descr="Immagine che contiene simbolo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17C17C60-F3B4-B5F8-10D9-736B44339E3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3793" y="6195418"/>
            <a:ext cx="425286" cy="425286"/>
          </a:xfrm>
          <a:prstGeom prst="rect">
            <a:avLst/>
          </a:prstGeom>
        </p:spPr>
      </p:pic>
      <p:pic>
        <p:nvPicPr>
          <p:cNvPr id="33" name="Immagine 32" descr="Immagine che contiene simbolo, Elementi grafici, arte, design&#10;&#10;Il contenuto generato dall'IA potrebbe non essere corretto.">
            <a:extLst>
              <a:ext uri="{FF2B5EF4-FFF2-40B4-BE49-F238E27FC236}">
                <a16:creationId xmlns:a16="http://schemas.microsoft.com/office/drawing/2014/main" id="{A10B7B24-F26B-0F9B-97FD-EB3F02E3CD0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6653" y="6195418"/>
            <a:ext cx="425286" cy="425286"/>
          </a:xfrm>
          <a:prstGeom prst="rect">
            <a:avLst/>
          </a:prstGeom>
        </p:spPr>
      </p:pic>
      <p:pic>
        <p:nvPicPr>
          <p:cNvPr id="34" name="Immagine 33" descr="Immagine che contiene Elementi grafici, grafica, simbolo, Carattere&#10;&#10;Il contenuto generato dall'IA potrebbe non essere corretto.">
            <a:extLst>
              <a:ext uri="{FF2B5EF4-FFF2-40B4-BE49-F238E27FC236}">
                <a16:creationId xmlns:a16="http://schemas.microsoft.com/office/drawing/2014/main" id="{663F1980-DF5D-BCE3-9A04-BB99DF27EC0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0137" y="6201694"/>
            <a:ext cx="425286" cy="425286"/>
          </a:xfrm>
          <a:prstGeom prst="rect">
            <a:avLst/>
          </a:prstGeom>
        </p:spPr>
      </p:pic>
      <p:pic>
        <p:nvPicPr>
          <p:cNvPr id="35" name="Immagine 34" descr="Immagine che contiene schermata, Blu elettrico, simbolo, numero&#10;&#10;Il contenuto generato dall'IA potrebbe non essere corretto.">
            <a:extLst>
              <a:ext uri="{FF2B5EF4-FFF2-40B4-BE49-F238E27FC236}">
                <a16:creationId xmlns:a16="http://schemas.microsoft.com/office/drawing/2014/main" id="{206B657C-B585-C042-4CCC-72CA5729F16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167" y="6195419"/>
            <a:ext cx="425285" cy="425285"/>
          </a:xfrm>
          <a:prstGeom prst="rect">
            <a:avLst/>
          </a:prstGeom>
        </p:spPr>
      </p:pic>
      <p:pic>
        <p:nvPicPr>
          <p:cNvPr id="36" name="Immagine 35" descr="Immagine che contiene triangolo, simbolo, linea, stella&#10;&#10;Il contenuto generato dall'IA potrebbe non essere corretto.">
            <a:extLst>
              <a:ext uri="{FF2B5EF4-FFF2-40B4-BE49-F238E27FC236}">
                <a16:creationId xmlns:a16="http://schemas.microsoft.com/office/drawing/2014/main" id="{37A30094-3F9A-3341-09B9-40BB6DDC31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5368" y="6451447"/>
            <a:ext cx="277176" cy="277176"/>
          </a:xfrm>
          <a:prstGeom prst="rect">
            <a:avLst/>
          </a:prstGeom>
        </p:spPr>
      </p:pic>
      <p:pic>
        <p:nvPicPr>
          <p:cNvPr id="43" name="Immagine 42" descr="Immagine che contiene simbolo, Elementi grafici, Carattere&#10;&#10;Il contenuto generato dall'IA potrebbe non essere corretto.">
            <a:extLst>
              <a:ext uri="{FF2B5EF4-FFF2-40B4-BE49-F238E27FC236}">
                <a16:creationId xmlns:a16="http://schemas.microsoft.com/office/drawing/2014/main" id="{CEA100B7-A857-366B-71FA-34A846DA8AA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8431" y="6195418"/>
            <a:ext cx="425287" cy="425287"/>
          </a:xfrm>
          <a:prstGeom prst="rect">
            <a:avLst/>
          </a:prstGeom>
        </p:spPr>
      </p:pic>
      <p:pic>
        <p:nvPicPr>
          <p:cNvPr id="45" name="Immagine 44" descr="Immagine che contiene schermata, Elementi grafici, Carattere, Blu elettrico&#10;&#10;Il contenuto generato dall'IA potrebbe non essere corretto.">
            <a:extLst>
              <a:ext uri="{FF2B5EF4-FFF2-40B4-BE49-F238E27FC236}">
                <a16:creationId xmlns:a16="http://schemas.microsoft.com/office/drawing/2014/main" id="{90F83118-79DF-C014-7DDD-7B6E061A263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878" y="6173960"/>
            <a:ext cx="446744" cy="446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109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1000">
              <a:srgbClr val="EFF0F4"/>
            </a:gs>
            <a:gs pos="0">
              <a:srgbClr val="D3DCEE"/>
            </a:gs>
            <a:gs pos="100000">
              <a:srgbClr val="D3DCEE"/>
            </a:gs>
          </a:gsLst>
          <a:lin ang="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BEE188-498B-D18C-297B-BA2A41611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tangolo con angoli arrotondati 23">
            <a:extLst>
              <a:ext uri="{FF2B5EF4-FFF2-40B4-BE49-F238E27FC236}">
                <a16:creationId xmlns:a16="http://schemas.microsoft.com/office/drawing/2014/main" id="{A301D22A-E854-DD72-0133-620EC6EF59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208596" cy="6858000"/>
          </a:xfrm>
          <a:prstGeom prst="roundRect">
            <a:avLst>
              <a:gd name="adj" fmla="val 0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2" name="Immagine 21" descr="Immagine che contiene cerchio, schermata, nero, bianco e nero&#10;&#10;Il contenuto generato dall'IA potrebbe non essere corretto.">
            <a:extLst>
              <a:ext uri="{FF2B5EF4-FFF2-40B4-BE49-F238E27FC236}">
                <a16:creationId xmlns:a16="http://schemas.microsoft.com/office/drawing/2014/main" id="{AA76D005-5E25-CC0C-0D2C-38CBF164A9D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9727" y="1564262"/>
            <a:ext cx="6369920" cy="4780201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F8EEBF3E-3669-B5D0-8BD2-D1FB4094FD8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411265" y="3723931"/>
            <a:ext cx="584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>
                <a:solidFill>
                  <a:srgbClr val="8B1AAB"/>
                </a:solidFill>
              </a:rPr>
              <a:t>C5</a:t>
            </a:r>
          </a:p>
        </p:txBody>
      </p:sp>
      <p:sp>
        <p:nvSpPr>
          <p:cNvPr id="3" name="Ovale 2">
            <a:extLst>
              <a:ext uri="{FF2B5EF4-FFF2-40B4-BE49-F238E27FC236}">
                <a16:creationId xmlns:a16="http://schemas.microsoft.com/office/drawing/2014/main" id="{9B4A6213-9A2F-09C0-F4B0-A054FA08C9C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483697" y="3728743"/>
            <a:ext cx="440199" cy="429817"/>
          </a:xfrm>
          <a:prstGeom prst="ellipse">
            <a:avLst/>
          </a:prstGeom>
          <a:noFill/>
          <a:ln>
            <a:solidFill>
              <a:srgbClr val="8B1A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381EA3"/>
              </a:solidFill>
            </a:endParaRPr>
          </a:p>
        </p:txBody>
      </p:sp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D9649BFA-A4B9-87EF-8BDD-9F2C88C6E05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55921" y="185195"/>
            <a:ext cx="896556" cy="896556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EFD0BCC-33E8-B54C-FAE2-9407ED670CF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589039" y="3723531"/>
            <a:ext cx="584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>
                <a:solidFill>
                  <a:srgbClr val="8B1AAB"/>
                </a:solidFill>
              </a:rPr>
              <a:t>C1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D1A6311-C47A-3333-2534-65E2246DAC1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149299" y="3733433"/>
            <a:ext cx="584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>
                <a:solidFill>
                  <a:srgbClr val="8B1AAB"/>
                </a:solidFill>
              </a:rPr>
              <a:t>C2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B0C288A7-E1B7-7D17-851A-061ACFC3FDE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278616" y="3729903"/>
            <a:ext cx="584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>
                <a:solidFill>
                  <a:srgbClr val="8B1AAB"/>
                </a:solidFill>
              </a:rPr>
              <a:t>C6</a:t>
            </a:r>
          </a:p>
        </p:txBody>
      </p: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5610974F-9CA6-6D4B-1A73-FE6BDE15A13D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4818156" y="3327950"/>
            <a:ext cx="436879" cy="39097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602C7D17-A81F-B49F-8155-B0C06430A1A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 flipV="1">
            <a:off x="7030559" y="3279957"/>
            <a:ext cx="391898" cy="45347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1EE37054-0263-6F26-A795-DE501A190C13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5505853" y="4152753"/>
            <a:ext cx="181515" cy="41290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A6D070CE-0CCD-6770-43F5-F54DA570D1FE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6563854" y="4205000"/>
            <a:ext cx="181515" cy="33617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C76DA0B9-D555-FB5D-14C3-A9D75948B06D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5887530" y="3388016"/>
            <a:ext cx="136480" cy="29138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1ECAE8F3-8FFE-AB70-F840-06E0187F59C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6173239" y="4208737"/>
            <a:ext cx="154153" cy="35691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e 36">
            <a:extLst>
              <a:ext uri="{FF2B5EF4-FFF2-40B4-BE49-F238E27FC236}">
                <a16:creationId xmlns:a16="http://schemas.microsoft.com/office/drawing/2014/main" id="{901E6DBC-1D5F-F101-580E-1231629B65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68974" y="3739856"/>
            <a:ext cx="436879" cy="429817"/>
          </a:xfrm>
          <a:prstGeom prst="ellipse">
            <a:avLst/>
          </a:prstGeom>
          <a:noFill/>
          <a:ln>
            <a:solidFill>
              <a:srgbClr val="8B1A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B4109E"/>
              </a:solidFill>
            </a:endParaRPr>
          </a:p>
        </p:txBody>
      </p:sp>
      <p:sp>
        <p:nvSpPr>
          <p:cNvPr id="38" name="Ovale 37">
            <a:extLst>
              <a:ext uri="{FF2B5EF4-FFF2-40B4-BE49-F238E27FC236}">
                <a16:creationId xmlns:a16="http://schemas.microsoft.com/office/drawing/2014/main" id="{3B5A1551-7288-7439-C138-9E5866B076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639283" y="3739856"/>
            <a:ext cx="440199" cy="429817"/>
          </a:xfrm>
          <a:prstGeom prst="ellipse">
            <a:avLst/>
          </a:prstGeom>
          <a:noFill/>
          <a:ln>
            <a:solidFill>
              <a:srgbClr val="8B1A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B4109E"/>
              </a:solidFill>
            </a:endParaRPr>
          </a:p>
        </p:txBody>
      </p:sp>
      <p:sp>
        <p:nvSpPr>
          <p:cNvPr id="39" name="Ovale 38">
            <a:extLst>
              <a:ext uri="{FF2B5EF4-FFF2-40B4-BE49-F238E27FC236}">
                <a16:creationId xmlns:a16="http://schemas.microsoft.com/office/drawing/2014/main" id="{BC40A7AD-A04B-B8FF-5494-02DC570F6D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214687" y="3745828"/>
            <a:ext cx="440199" cy="429817"/>
          </a:xfrm>
          <a:prstGeom prst="ellipse">
            <a:avLst/>
          </a:prstGeom>
          <a:noFill/>
          <a:ln>
            <a:solidFill>
              <a:srgbClr val="8B1A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B4109E"/>
              </a:solidFill>
            </a:endParaRPr>
          </a:p>
        </p:txBody>
      </p:sp>
      <p:sp>
        <p:nvSpPr>
          <p:cNvPr id="40" name="Ovale 39">
            <a:extLst>
              <a:ext uri="{FF2B5EF4-FFF2-40B4-BE49-F238E27FC236}">
                <a16:creationId xmlns:a16="http://schemas.microsoft.com/office/drawing/2014/main" id="{F8BDA4AA-177F-A2F5-1311-A5B57BC742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345211" y="3745829"/>
            <a:ext cx="440199" cy="429817"/>
          </a:xfrm>
          <a:prstGeom prst="ellipse">
            <a:avLst/>
          </a:prstGeom>
          <a:noFill/>
          <a:ln>
            <a:solidFill>
              <a:srgbClr val="8B1A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B4109E"/>
              </a:solidFill>
            </a:endParaRPr>
          </a:p>
        </p:txBody>
      </p:sp>
      <p:sp>
        <p:nvSpPr>
          <p:cNvPr id="41" name="Ovale 40">
            <a:extLst>
              <a:ext uri="{FF2B5EF4-FFF2-40B4-BE49-F238E27FC236}">
                <a16:creationId xmlns:a16="http://schemas.microsoft.com/office/drawing/2014/main" id="{59DE92B9-470A-51E5-73C4-F1A2E7FB73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774947" y="3745829"/>
            <a:ext cx="420483" cy="429817"/>
          </a:xfrm>
          <a:prstGeom prst="ellipse">
            <a:avLst/>
          </a:prstGeom>
          <a:noFill/>
          <a:ln>
            <a:solidFill>
              <a:srgbClr val="8B1A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B4109E"/>
              </a:solidFill>
            </a:endParaRPr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AAF7AC36-B30D-382C-F749-A8CD43E4386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54479" y="373618"/>
            <a:ext cx="9071658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800" b="1" err="1">
                <a:solidFill>
                  <a:srgbClr val="00255E"/>
                </a:solidFill>
                <a:latin typeface="Abadi" panose="020B0604020104020204" pitchFamily="34" charset="0"/>
              </a:rPr>
              <a:t>Electrode</a:t>
            </a:r>
            <a:r>
              <a:rPr lang="it-IT" sz="3800" b="1">
                <a:solidFill>
                  <a:srgbClr val="00255E"/>
                </a:solidFill>
                <a:latin typeface="Abadi" panose="020B0604020104020204" pitchFamily="34" charset="0"/>
              </a:rPr>
              <a:t> </a:t>
            </a:r>
            <a:r>
              <a:rPr lang="it-IT" sz="3800" b="1" err="1">
                <a:solidFill>
                  <a:srgbClr val="00255E"/>
                </a:solidFill>
                <a:latin typeface="Abadi" panose="020B0604020104020204" pitchFamily="34" charset="0"/>
              </a:rPr>
              <a:t>Remapping</a:t>
            </a:r>
            <a:r>
              <a:rPr lang="it-IT" sz="3800" b="1">
                <a:solidFill>
                  <a:srgbClr val="00255E"/>
                </a:solidFill>
                <a:latin typeface="Abadi" panose="020B0604020104020204" pitchFamily="34" charset="0"/>
              </a:rPr>
              <a:t> Strategy</a:t>
            </a:r>
          </a:p>
        </p:txBody>
      </p:sp>
      <p:pic>
        <p:nvPicPr>
          <p:cNvPr id="55" name="Immagine 54" descr="Immagine che contiene Elementi grafici, schermata, grafica, design&#10;&#10;Il contenuto generato dall'IA potrebbe non essere corretto.">
            <a:extLst>
              <a:ext uri="{FF2B5EF4-FFF2-40B4-BE49-F238E27FC236}">
                <a16:creationId xmlns:a16="http://schemas.microsoft.com/office/drawing/2014/main" id="{6B4506A3-44B5-CF23-C7C6-4125D148D37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9522" y="5556122"/>
            <a:ext cx="896556" cy="896556"/>
          </a:xfrm>
          <a:prstGeom prst="rect">
            <a:avLst/>
          </a:prstGeom>
        </p:spPr>
      </p:pic>
      <p:pic>
        <p:nvPicPr>
          <p:cNvPr id="56" name="Immagine 55" descr="Immagine che contiene Elementi grafici, design&#10;&#10;Il contenuto generato dall'IA potrebbe non essere corretto.">
            <a:extLst>
              <a:ext uri="{FF2B5EF4-FFF2-40B4-BE49-F238E27FC236}">
                <a16:creationId xmlns:a16="http://schemas.microsoft.com/office/drawing/2014/main" id="{B93656F6-5C4F-5186-723E-80F810303D3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1486" y="5349808"/>
            <a:ext cx="412628" cy="412628"/>
          </a:xfrm>
          <a:prstGeom prst="rect">
            <a:avLst/>
          </a:prstGeom>
        </p:spPr>
      </p:pic>
      <p:sp>
        <p:nvSpPr>
          <p:cNvPr id="57" name="CasellaDiTesto 56">
            <a:extLst>
              <a:ext uri="{FF2B5EF4-FFF2-40B4-BE49-F238E27FC236}">
                <a16:creationId xmlns:a16="http://schemas.microsoft.com/office/drawing/2014/main" id="{6D64886B-2763-150D-C178-70723361D77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88775" y="1653106"/>
            <a:ext cx="34071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noProof="0">
                <a:solidFill>
                  <a:srgbClr val="00255E"/>
                </a:solidFill>
                <a:latin typeface="Abadi" panose="020B0604020104020204" pitchFamily="34" charset="0"/>
              </a:rPr>
              <a:t>The models were originally trained using features computed from a different set of EEG electrodes, requiring a channel remapping.</a:t>
            </a:r>
            <a:endParaRPr lang="en-GB" sz="1400" noProof="0">
              <a:solidFill>
                <a:srgbClr val="00255E"/>
              </a:solidFill>
              <a:latin typeface="Abadi" panose="020B0604020104020204" pitchFamily="34" charset="0"/>
            </a:endParaRPr>
          </a:p>
        </p:txBody>
      </p:sp>
      <p:pic>
        <p:nvPicPr>
          <p:cNvPr id="58" name="Immagine 57" descr="Immagine che contiene Elementi grafici, schermata, simbolo, Carattere&#10;&#10;Il contenuto generato dall'IA potrebbe non essere corretto.">
            <a:extLst>
              <a:ext uri="{FF2B5EF4-FFF2-40B4-BE49-F238E27FC236}">
                <a16:creationId xmlns:a16="http://schemas.microsoft.com/office/drawing/2014/main" id="{4656F6D2-83EA-7E56-6B34-C62FDED8FB7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364" y="324085"/>
            <a:ext cx="618776" cy="618776"/>
          </a:xfrm>
          <a:prstGeom prst="rect">
            <a:avLst/>
          </a:prstGeom>
        </p:spPr>
      </p:pic>
      <p:pic>
        <p:nvPicPr>
          <p:cNvPr id="2" name="Immagine 1" descr="Immagine che contiene Elementi grafici, schermata, simbolo, Carattere&#10;&#10;Il contenuto generato dall'IA potrebbe non essere corretto.">
            <a:extLst>
              <a:ext uri="{FF2B5EF4-FFF2-40B4-BE49-F238E27FC236}">
                <a16:creationId xmlns:a16="http://schemas.microsoft.com/office/drawing/2014/main" id="{F040796F-BD8F-3A15-2F4A-06B7CF2F448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0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853" y="6173960"/>
            <a:ext cx="425285" cy="425285"/>
          </a:xfrm>
          <a:prstGeom prst="rect">
            <a:avLst/>
          </a:prstGeom>
        </p:spPr>
      </p:pic>
      <p:pic>
        <p:nvPicPr>
          <p:cNvPr id="5" name="Immagine 4" descr="Immagine che contiene simbolo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00A2F081-2037-4D0B-AC81-145D0D71458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3793" y="6195418"/>
            <a:ext cx="425286" cy="425286"/>
          </a:xfrm>
          <a:prstGeom prst="rect">
            <a:avLst/>
          </a:prstGeom>
        </p:spPr>
      </p:pic>
      <p:pic>
        <p:nvPicPr>
          <p:cNvPr id="6" name="Immagine 5" descr="Immagine che contiene simbolo, Elementi grafici, arte, design&#10;&#10;Il contenuto generato dall'IA potrebbe non essere corretto.">
            <a:extLst>
              <a:ext uri="{FF2B5EF4-FFF2-40B4-BE49-F238E27FC236}">
                <a16:creationId xmlns:a16="http://schemas.microsoft.com/office/drawing/2014/main" id="{22CE3235-8061-941E-6A23-E85ED20FEBA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6653" y="6195418"/>
            <a:ext cx="425286" cy="425286"/>
          </a:xfrm>
          <a:prstGeom prst="rect">
            <a:avLst/>
          </a:prstGeom>
        </p:spPr>
      </p:pic>
      <p:pic>
        <p:nvPicPr>
          <p:cNvPr id="8" name="Immagine 7" descr="Immagine che contiene Elementi grafici, grafica, simbolo, Carattere&#10;&#10;Il contenuto generato dall'IA potrebbe non essere corretto.">
            <a:extLst>
              <a:ext uri="{FF2B5EF4-FFF2-40B4-BE49-F238E27FC236}">
                <a16:creationId xmlns:a16="http://schemas.microsoft.com/office/drawing/2014/main" id="{828669FB-2FF7-E3F0-7F61-D5F46768F5A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0137" y="6201694"/>
            <a:ext cx="425286" cy="425286"/>
          </a:xfrm>
          <a:prstGeom prst="rect">
            <a:avLst/>
          </a:prstGeom>
        </p:spPr>
      </p:pic>
      <p:pic>
        <p:nvPicPr>
          <p:cNvPr id="13" name="Immagine 12" descr="Immagine che contiene schermata, Blu elettrico, simbolo, numero&#10;&#10;Il contenuto generato dall'IA potrebbe non essere corretto.">
            <a:extLst>
              <a:ext uri="{FF2B5EF4-FFF2-40B4-BE49-F238E27FC236}">
                <a16:creationId xmlns:a16="http://schemas.microsoft.com/office/drawing/2014/main" id="{9F7A2EB5-9351-5206-05FB-5DFA39BE959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167" y="6195419"/>
            <a:ext cx="425285" cy="425285"/>
          </a:xfrm>
          <a:prstGeom prst="rect">
            <a:avLst/>
          </a:prstGeom>
        </p:spPr>
      </p:pic>
      <p:pic>
        <p:nvPicPr>
          <p:cNvPr id="14" name="Immagine 13" descr="Immagine che contiene triangolo, simbolo, linea, stella&#10;&#10;Il contenuto generato dall'IA potrebbe non essere corretto.">
            <a:extLst>
              <a:ext uri="{FF2B5EF4-FFF2-40B4-BE49-F238E27FC236}">
                <a16:creationId xmlns:a16="http://schemas.microsoft.com/office/drawing/2014/main" id="{B16B26B8-B715-A447-8196-BDF1A2AF021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5368" y="6451447"/>
            <a:ext cx="277176" cy="277176"/>
          </a:xfrm>
          <a:prstGeom prst="rect">
            <a:avLst/>
          </a:prstGeom>
        </p:spPr>
      </p:pic>
      <p:pic>
        <p:nvPicPr>
          <p:cNvPr id="21" name="Immagine 20" descr="Immagine che contiene simbolo, Elementi grafici, Carattere&#10;&#10;Il contenuto generato dall'IA potrebbe non essere corretto.">
            <a:extLst>
              <a:ext uri="{FF2B5EF4-FFF2-40B4-BE49-F238E27FC236}">
                <a16:creationId xmlns:a16="http://schemas.microsoft.com/office/drawing/2014/main" id="{2ED6DDB5-AE05-4813-8425-6DB2D760B69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8431" y="6195418"/>
            <a:ext cx="425287" cy="425287"/>
          </a:xfrm>
          <a:prstGeom prst="rect">
            <a:avLst/>
          </a:prstGeom>
        </p:spPr>
      </p:pic>
      <p:pic>
        <p:nvPicPr>
          <p:cNvPr id="23" name="Immagine 22" descr="Immagine che contiene schermata, Elementi grafici, Carattere, Blu elettrico&#10;&#10;Il contenuto generato dall'IA potrebbe non essere corretto.">
            <a:extLst>
              <a:ext uri="{FF2B5EF4-FFF2-40B4-BE49-F238E27FC236}">
                <a16:creationId xmlns:a16="http://schemas.microsoft.com/office/drawing/2014/main" id="{4399ADA6-A881-5D0C-2D92-EA237AC777D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878" y="6173960"/>
            <a:ext cx="446744" cy="446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7816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 animBg="1"/>
      <p:bldP spid="10" grpId="0"/>
      <p:bldP spid="11" grpId="0"/>
      <p:bldP spid="12" grpId="0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1000">
              <a:srgbClr val="EFF0F4"/>
            </a:gs>
            <a:gs pos="0">
              <a:srgbClr val="D3DCEE"/>
            </a:gs>
            <a:gs pos="100000">
              <a:srgbClr val="D3DCEE"/>
            </a:gs>
          </a:gsLst>
          <a:lin ang="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B8E4F5-A2DA-84CA-7042-E9DFFDCD5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99B0448D-252E-9388-4DE2-E1A4039643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208596" cy="6858000"/>
          </a:xfrm>
          <a:prstGeom prst="roundRect">
            <a:avLst>
              <a:gd name="adj" fmla="val 0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Ovale 6">
            <a:extLst>
              <a:ext uri="{FF2B5EF4-FFF2-40B4-BE49-F238E27FC236}">
                <a16:creationId xmlns:a16="http://schemas.microsoft.com/office/drawing/2014/main" id="{45909849-79DF-BF63-7FA8-D96CEAA4FA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822746" y="3864524"/>
            <a:ext cx="113487" cy="105838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B4109E"/>
              </a:solidFill>
            </a:endParaRPr>
          </a:p>
        </p:txBody>
      </p:sp>
      <p:sp>
        <p:nvSpPr>
          <p:cNvPr id="8" name="Ovale 7">
            <a:extLst>
              <a:ext uri="{FF2B5EF4-FFF2-40B4-BE49-F238E27FC236}">
                <a16:creationId xmlns:a16="http://schemas.microsoft.com/office/drawing/2014/main" id="{BF373DB2-0EBA-E8F2-2F3A-0F65C3CD4AE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67160" y="3853411"/>
            <a:ext cx="113487" cy="105838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381EA3"/>
              </a:solidFill>
            </a:endParaRPr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0E8DB053-294E-A054-4F55-4CB7338E99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249973" y="3864524"/>
            <a:ext cx="112631" cy="105838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B4109E"/>
              </a:solidFill>
            </a:endParaRPr>
          </a:p>
        </p:txBody>
      </p:sp>
      <p:sp>
        <p:nvSpPr>
          <p:cNvPr id="10" name="Ovale 9">
            <a:extLst>
              <a:ext uri="{FF2B5EF4-FFF2-40B4-BE49-F238E27FC236}">
                <a16:creationId xmlns:a16="http://schemas.microsoft.com/office/drawing/2014/main" id="{952BC4C3-4745-CAC9-E743-EAE5B81E15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398150" y="3870496"/>
            <a:ext cx="113487" cy="105838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B4109E"/>
              </a:solidFill>
            </a:endParaRPr>
          </a:p>
        </p:txBody>
      </p:sp>
      <p:sp>
        <p:nvSpPr>
          <p:cNvPr id="11" name="Ovale 10">
            <a:extLst>
              <a:ext uri="{FF2B5EF4-FFF2-40B4-BE49-F238E27FC236}">
                <a16:creationId xmlns:a16="http://schemas.microsoft.com/office/drawing/2014/main" id="{420FD147-4786-48F3-1E84-3AA2C9821E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528674" y="3870497"/>
            <a:ext cx="113487" cy="105838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B4109E"/>
              </a:solidFill>
            </a:endParaRPr>
          </a:p>
        </p:txBody>
      </p:sp>
      <p:sp>
        <p:nvSpPr>
          <p:cNvPr id="12" name="Ovale 11">
            <a:extLst>
              <a:ext uri="{FF2B5EF4-FFF2-40B4-BE49-F238E27FC236}">
                <a16:creationId xmlns:a16="http://schemas.microsoft.com/office/drawing/2014/main" id="{A42253A1-32A6-4456-CAD4-00396FB6FF7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43777" y="3870497"/>
            <a:ext cx="108404" cy="105838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B4109E"/>
              </a:solidFill>
            </a:endParaRPr>
          </a:p>
        </p:txBody>
      </p:sp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9281541C-7295-894C-6B93-DF86E0670F3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55921" y="185195"/>
            <a:ext cx="896556" cy="896556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C010E71F-75CC-63F2-1E39-9A1794D8346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42132" y="373865"/>
            <a:ext cx="9071658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800" b="1">
                <a:solidFill>
                  <a:srgbClr val="00255E"/>
                </a:solidFill>
                <a:latin typeface="Abadi" panose="020B0604020104020204" pitchFamily="34" charset="0"/>
              </a:rPr>
              <a:t>Feature </a:t>
            </a:r>
            <a:r>
              <a:rPr lang="it-IT" sz="3800" b="1" err="1">
                <a:solidFill>
                  <a:srgbClr val="00255E"/>
                </a:solidFill>
                <a:latin typeface="Abadi" panose="020B0604020104020204" pitchFamily="34" charset="0"/>
              </a:rPr>
              <a:t>Extraction</a:t>
            </a:r>
            <a:endParaRPr lang="it-IT" sz="3800" b="1">
              <a:solidFill>
                <a:srgbClr val="00255E"/>
              </a:solidFill>
              <a:latin typeface="Abadi" panose="020B0604020104020204" pitchFamily="34" charset="0"/>
            </a:endParaRPr>
          </a:p>
        </p:txBody>
      </p:sp>
      <p:pic>
        <p:nvPicPr>
          <p:cNvPr id="22" name="Immagine 21" descr="Immagine che contiene cerchio, schermata, ingranaggio, trasporto&#10;&#10;Il contenuto generato dall'IA potrebbe non essere corretto.">
            <a:extLst>
              <a:ext uri="{FF2B5EF4-FFF2-40B4-BE49-F238E27FC236}">
                <a16:creationId xmlns:a16="http://schemas.microsoft.com/office/drawing/2014/main" id="{C92D7565-85CB-C544-6043-338CF5610D1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3133" y="2756134"/>
            <a:ext cx="1345732" cy="1345732"/>
          </a:xfrm>
          <a:prstGeom prst="rect">
            <a:avLst/>
          </a:prstGeom>
        </p:spPr>
      </p:pic>
      <p:sp>
        <p:nvSpPr>
          <p:cNvPr id="31" name="Ovale 30">
            <a:extLst>
              <a:ext uri="{FF2B5EF4-FFF2-40B4-BE49-F238E27FC236}">
                <a16:creationId xmlns:a16="http://schemas.microsoft.com/office/drawing/2014/main" id="{3219034C-384F-7DF3-E755-B72F88DA99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59302" y="1608202"/>
            <a:ext cx="3673394" cy="3641596"/>
          </a:xfrm>
          <a:prstGeom prst="ellipse">
            <a:avLst/>
          </a:prstGeom>
          <a:noFill/>
          <a:ln w="701675">
            <a:solidFill>
              <a:srgbClr val="E7DE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C183C23E-0102-32B7-82B0-29E5F1FECE5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598425" y="649964"/>
            <a:ext cx="1066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255E"/>
                </a:solidFill>
                <a:latin typeface="Abadi" panose="020B0604020104020204" pitchFamily="34" charset="0"/>
              </a:rPr>
              <a:t>Mean =</a:t>
            </a:r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6E9339E3-81DE-A9B9-9BCA-B2E0B002B4A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15160" y="1577804"/>
            <a:ext cx="1261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255E"/>
                </a:solidFill>
                <a:latin typeface="Abadi" panose="020B0604020104020204" pitchFamily="34" charset="0"/>
              </a:rPr>
              <a:t>Entropy =</a:t>
            </a: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3CE945D6-7E93-0A5C-9E53-AA86AAC4C61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797365" y="1908900"/>
            <a:ext cx="1323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255E"/>
                </a:solidFill>
                <a:latin typeface="Abadi" panose="020B0604020104020204" pitchFamily="34" charset="0"/>
              </a:rPr>
              <a:t>Kurtosis =</a:t>
            </a: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8847FC48-EF18-1A63-5719-B91B80E85BA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57363" y="4286342"/>
            <a:ext cx="849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255E"/>
                </a:solidFill>
                <a:latin typeface="Abadi" panose="020B0604020104020204" pitchFamily="34" charset="0"/>
              </a:rPr>
              <a:t>Min =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F204A894-3003-E254-21C9-719E2AB0A07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820963" y="5754284"/>
            <a:ext cx="908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255E"/>
                </a:solidFill>
                <a:latin typeface="Abadi" panose="020B0604020104020204" pitchFamily="34" charset="0"/>
              </a:rPr>
              <a:t>Max =</a:t>
            </a:r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BAE11CFC-039A-ECA4-9DA9-F5F0A0B9C90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545300" y="5020234"/>
            <a:ext cx="2517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255E"/>
                </a:solidFill>
                <a:latin typeface="Abadi" panose="020B0604020104020204" pitchFamily="34" charset="0"/>
              </a:rPr>
              <a:t>Std Deviation =</a:t>
            </a:r>
          </a:p>
        </p:txBody>
      </p:sp>
      <p:pic>
        <p:nvPicPr>
          <p:cNvPr id="46" name="Immagine 45" descr="Immagine che contiene nero, oscurità&#10;&#10;Il contenuto generato dall'IA potrebbe non essere corretto.">
            <a:extLst>
              <a:ext uri="{FF2B5EF4-FFF2-40B4-BE49-F238E27FC236}">
                <a16:creationId xmlns:a16="http://schemas.microsoft.com/office/drawing/2014/main" id="{D6D8A265-E54C-8B57-CEDE-DAE541929AF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46"/>
          <a:stretch/>
        </p:blipFill>
        <p:spPr>
          <a:xfrm>
            <a:off x="1997751" y="1411448"/>
            <a:ext cx="1427199" cy="732821"/>
          </a:xfrm>
          <a:prstGeom prst="rect">
            <a:avLst/>
          </a:prstGeom>
        </p:spPr>
      </p:pic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6E170383-D4FD-B9B7-874A-0D8CA711061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2062" y="2182991"/>
            <a:ext cx="3791378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solidFill>
                  <a:srgbClr val="00255E"/>
                </a:solidFill>
                <a:latin typeface="Abadi" panose="020B0604020104020204" pitchFamily="34" charset="0"/>
              </a:rPr>
              <a:t>B = bins number (20)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err="1">
                <a:solidFill>
                  <a:srgbClr val="00255E"/>
                </a:solidFill>
                <a:latin typeface="Abadi" panose="020B0604020104020204" pitchFamily="34" charset="0"/>
              </a:rPr>
              <a:t>pj</a:t>
            </a:r>
            <a:r>
              <a:rPr lang="en-US" sz="1300">
                <a:solidFill>
                  <a:srgbClr val="00255E"/>
                </a:solidFill>
                <a:latin typeface="Abadi" panose="020B0604020104020204" pitchFamily="34" charset="0"/>
              </a:rPr>
              <a:t> =</a:t>
            </a:r>
            <a:r>
              <a:rPr lang="en-US" sz="1300" i="1" noProof="0">
                <a:solidFill>
                  <a:srgbClr val="00255E"/>
                </a:solidFill>
                <a:latin typeface="Abadi" panose="020B0604020104020204" pitchFamily="34" charset="0"/>
              </a:rPr>
              <a:t> </a:t>
            </a:r>
            <a:r>
              <a:rPr lang="en-US" sz="1300" noProof="0">
                <a:solidFill>
                  <a:srgbClr val="00255E"/>
                </a:solidFill>
                <a:latin typeface="Abadi" panose="020B0604020104020204" pitchFamily="34" charset="0"/>
              </a:rPr>
              <a:t>estimated probability of bin j</a:t>
            </a:r>
            <a:br>
              <a:rPr lang="en-US" sz="1300" noProof="0">
                <a:solidFill>
                  <a:srgbClr val="00255E"/>
                </a:solidFill>
                <a:latin typeface="Abadi" panose="020B0604020104020204" pitchFamily="34" charset="0"/>
              </a:rPr>
            </a:br>
            <a:r>
              <a:rPr lang="en-US" sz="1300" noProof="0">
                <a:solidFill>
                  <a:srgbClr val="00255E"/>
                </a:solidFill>
                <a:latin typeface="Abadi" panose="020B0604020104020204" pitchFamily="34" charset="0"/>
              </a:rPr>
              <a:t>defined as</a:t>
            </a:r>
            <a:r>
              <a:rPr lang="en-US" sz="1300" i="1">
                <a:solidFill>
                  <a:srgbClr val="00255E"/>
                </a:solidFill>
                <a:latin typeface="Abadi" panose="020B0604020104020204" pitchFamily="34" charset="0"/>
              </a:rPr>
              <a:t> </a:t>
            </a:r>
            <a:r>
              <a:rPr lang="en-US" sz="1300" err="1">
                <a:solidFill>
                  <a:srgbClr val="00255E"/>
                </a:solidFill>
                <a:latin typeface="Abadi" panose="020B0604020104020204" pitchFamily="34" charset="0"/>
              </a:rPr>
              <a:t>nj</a:t>
            </a:r>
            <a:r>
              <a:rPr lang="en-US" sz="1300">
                <a:solidFill>
                  <a:srgbClr val="00255E"/>
                </a:solidFill>
                <a:latin typeface="Abadi" panose="020B0604020104020204" pitchFamily="34" charset="0"/>
              </a:rPr>
              <a:t> / 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err="1">
                <a:solidFill>
                  <a:srgbClr val="00255E"/>
                </a:solidFill>
                <a:latin typeface="Abadi" panose="020B0604020104020204" pitchFamily="34" charset="0"/>
              </a:rPr>
              <a:t>nj</a:t>
            </a:r>
            <a:r>
              <a:rPr lang="en-US" sz="1300">
                <a:solidFill>
                  <a:srgbClr val="00255E"/>
                </a:solidFill>
                <a:latin typeface="Abadi" panose="020B0604020104020204" pitchFamily="34" charset="0"/>
              </a:rPr>
              <a:t> = number of values falling into bin j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solidFill>
                  <a:srgbClr val="00255E"/>
                </a:solidFill>
                <a:latin typeface="Abadi" panose="020B0604020104020204" pitchFamily="34" charset="0"/>
              </a:rPr>
              <a:t>N = total number of values in the sequence</a:t>
            </a:r>
            <a:endParaRPr lang="en-GB" sz="1300" i="1" noProof="0">
              <a:solidFill>
                <a:srgbClr val="00255E"/>
              </a:solidFill>
              <a:latin typeface="Abadi" panose="020B0604020104020204" pitchFamily="34" charset="0"/>
            </a:endParaRPr>
          </a:p>
        </p:txBody>
      </p:sp>
      <p:pic>
        <p:nvPicPr>
          <p:cNvPr id="50" name="Immagine 49">
            <a:extLst>
              <a:ext uri="{FF2B5EF4-FFF2-40B4-BE49-F238E27FC236}">
                <a16:creationId xmlns:a16="http://schemas.microsoft.com/office/drawing/2014/main" id="{835AC201-5F8B-C9E3-9AE8-F35A581AF33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55"/>
          <a:stretch/>
        </p:blipFill>
        <p:spPr>
          <a:xfrm>
            <a:off x="9023776" y="1927409"/>
            <a:ext cx="3186783" cy="400110"/>
          </a:xfrm>
          <a:prstGeom prst="rect">
            <a:avLst/>
          </a:prstGeom>
        </p:spPr>
      </p:pic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D5184941-2366-2932-2E36-25256B8B543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403933" y="2516833"/>
            <a:ext cx="36773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0">
                <a:solidFill>
                  <a:srgbClr val="00255E"/>
                </a:solidFill>
                <a:latin typeface="Abadi" panose="020B0604020104020204" pitchFamily="34" charset="0"/>
              </a:rPr>
              <a:t>n = sample size (number of data points)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0">
                <a:solidFill>
                  <a:srgbClr val="00255E"/>
                </a:solidFill>
                <a:latin typeface="Abadi" panose="020B0604020104020204" pitchFamily="34" charset="0"/>
              </a:rPr>
              <a:t>x bar  = sample mean (average of the sample data)</a:t>
            </a:r>
            <a:endParaRPr lang="en-GB" sz="1400" noProof="0">
              <a:solidFill>
                <a:srgbClr val="00255E"/>
              </a:solidFill>
              <a:latin typeface="Abadi" panose="020B0604020104020204" pitchFamily="34" charset="0"/>
            </a:endParaRPr>
          </a:p>
        </p:txBody>
      </p:sp>
      <p:pic>
        <p:nvPicPr>
          <p:cNvPr id="53" name="Immagine 52" descr="Immagine che contiene nero, schermata, oscurità, design&#10;&#10;Il contenuto generato dall'IA potrebbe non essere corretto.">
            <a:extLst>
              <a:ext uri="{FF2B5EF4-FFF2-40B4-BE49-F238E27FC236}">
                <a16:creationId xmlns:a16="http://schemas.microsoft.com/office/drawing/2014/main" id="{2A61D061-63D7-2F98-37B3-BCFC8E252E4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98"/>
          <a:stretch/>
        </p:blipFill>
        <p:spPr>
          <a:xfrm>
            <a:off x="6664655" y="539968"/>
            <a:ext cx="762307" cy="646331"/>
          </a:xfrm>
          <a:prstGeom prst="rect">
            <a:avLst/>
          </a:prstGeom>
        </p:spPr>
      </p:pic>
      <p:pic>
        <p:nvPicPr>
          <p:cNvPr id="63" name="Immagine 62" descr="Immagine che contiene nero, calligrafia, oscurità&#10;&#10;Il contenuto generato dall'IA potrebbe non essere corretto.">
            <a:extLst>
              <a:ext uri="{FF2B5EF4-FFF2-40B4-BE49-F238E27FC236}">
                <a16:creationId xmlns:a16="http://schemas.microsoft.com/office/drawing/2014/main" id="{9A07A380-E9DA-A1AC-55DE-9CEAC6B4E85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31"/>
          <a:stretch/>
        </p:blipFill>
        <p:spPr>
          <a:xfrm>
            <a:off x="9381003" y="4820830"/>
            <a:ext cx="2001517" cy="798917"/>
          </a:xfrm>
          <a:prstGeom prst="rect">
            <a:avLst/>
          </a:prstGeom>
        </p:spPr>
      </p:pic>
      <p:pic>
        <p:nvPicPr>
          <p:cNvPr id="71" name="Immagine 70">
            <a:extLst>
              <a:ext uri="{FF2B5EF4-FFF2-40B4-BE49-F238E27FC236}">
                <a16:creationId xmlns:a16="http://schemas.microsoft.com/office/drawing/2014/main" id="{3FDAC49C-B1C8-6361-C76D-17900551DE6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39"/>
          <a:stretch/>
        </p:blipFill>
        <p:spPr>
          <a:xfrm>
            <a:off x="2331267" y="4328783"/>
            <a:ext cx="1540511" cy="300632"/>
          </a:xfrm>
          <a:prstGeom prst="rect">
            <a:avLst/>
          </a:prstGeom>
        </p:spPr>
      </p:pic>
      <p:pic>
        <p:nvPicPr>
          <p:cNvPr id="73" name="Immagine 72">
            <a:extLst>
              <a:ext uri="{FF2B5EF4-FFF2-40B4-BE49-F238E27FC236}">
                <a16:creationId xmlns:a16="http://schemas.microsoft.com/office/drawing/2014/main" id="{C7B1DFDB-6138-E18D-6DA2-2CF972D19BF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66"/>
          <a:stretch/>
        </p:blipFill>
        <p:spPr>
          <a:xfrm>
            <a:off x="5598425" y="5807027"/>
            <a:ext cx="1542272" cy="294625"/>
          </a:xfrm>
          <a:prstGeom prst="rect">
            <a:avLst/>
          </a:prstGeom>
        </p:spPr>
      </p:pic>
      <p:pic>
        <p:nvPicPr>
          <p:cNvPr id="75" name="Immagine 74" descr="Immagine che contiene schermata, Elementi grafici, design&#10;&#10;Il contenuto generato dall'IA potrebbe non essere corretto.">
            <a:extLst>
              <a:ext uri="{FF2B5EF4-FFF2-40B4-BE49-F238E27FC236}">
                <a16:creationId xmlns:a16="http://schemas.microsoft.com/office/drawing/2014/main" id="{026D5EAB-9D8F-BC20-301C-78038CD3E5E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2746" y="1313092"/>
            <a:ext cx="546504" cy="546504"/>
          </a:xfrm>
          <a:prstGeom prst="rect">
            <a:avLst/>
          </a:prstGeom>
        </p:spPr>
      </p:pic>
      <p:pic>
        <p:nvPicPr>
          <p:cNvPr id="77" name="Immagine 76" descr="Immagine che contiene Carattere, Elementi grafici, simbolo, logo&#10;&#10;Il contenuto generato dall'IA potrebbe non essere corretto.">
            <a:extLst>
              <a:ext uri="{FF2B5EF4-FFF2-40B4-BE49-F238E27FC236}">
                <a16:creationId xmlns:a16="http://schemas.microsoft.com/office/drawing/2014/main" id="{7C2E6DDF-50BF-F347-D6AE-CA3155F1E5D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229" y="2346187"/>
            <a:ext cx="731025" cy="731025"/>
          </a:xfrm>
          <a:prstGeom prst="rect">
            <a:avLst/>
          </a:prstGeom>
        </p:spPr>
      </p:pic>
      <p:pic>
        <p:nvPicPr>
          <p:cNvPr id="79" name="Immagine 78" descr="Immagine che contiene Elementi grafici, simbolo, cerchio, arte&#10;&#10;Il contenuto generato dall'IA potrebbe non essere corretto.">
            <a:extLst>
              <a:ext uri="{FF2B5EF4-FFF2-40B4-BE49-F238E27FC236}">
                <a16:creationId xmlns:a16="http://schemas.microsoft.com/office/drawing/2014/main" id="{98CD460F-5162-D865-8979-90FCEA3641B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079" y="2181418"/>
            <a:ext cx="645330" cy="645330"/>
          </a:xfrm>
          <a:prstGeom prst="rect">
            <a:avLst/>
          </a:prstGeom>
        </p:spPr>
      </p:pic>
      <p:pic>
        <p:nvPicPr>
          <p:cNvPr id="81" name="Immagine 80" descr="Immagine che contiene Elementi grafici, cerchio, Carattere, simbolo&#10;&#10;Il contenuto generato dall'IA potrebbe non essere corretto.">
            <a:extLst>
              <a:ext uri="{FF2B5EF4-FFF2-40B4-BE49-F238E27FC236}">
                <a16:creationId xmlns:a16="http://schemas.microsoft.com/office/drawing/2014/main" id="{61856299-542E-B0B5-A030-1B7422FA482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0697" y="4310004"/>
            <a:ext cx="638822" cy="638822"/>
          </a:xfrm>
          <a:prstGeom prst="rect">
            <a:avLst/>
          </a:prstGeom>
        </p:spPr>
      </p:pic>
      <p:pic>
        <p:nvPicPr>
          <p:cNvPr id="83" name="Immagine 82" descr="Immagine che contiene Elementi grafici, schermata, cerchio, Blu elettrico&#10;&#10;Il contenuto generato dall'IA potrebbe non essere corretto.">
            <a:extLst>
              <a:ext uri="{FF2B5EF4-FFF2-40B4-BE49-F238E27FC236}">
                <a16:creationId xmlns:a16="http://schemas.microsoft.com/office/drawing/2014/main" id="{A3A93DC5-C768-99E7-5F6D-2045A6EA19B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4198227" y="4101866"/>
            <a:ext cx="468069" cy="468069"/>
          </a:xfrm>
          <a:prstGeom prst="rect">
            <a:avLst/>
          </a:prstGeom>
        </p:spPr>
      </p:pic>
      <p:pic>
        <p:nvPicPr>
          <p:cNvPr id="84" name="Immagine 83" descr="Immagine che contiene Elementi grafici, schermata, cerchio, Blu elettrico&#10;&#10;Il contenuto generato dall'IA potrebbe non essere corretto.">
            <a:extLst>
              <a:ext uri="{FF2B5EF4-FFF2-40B4-BE49-F238E27FC236}">
                <a16:creationId xmlns:a16="http://schemas.microsoft.com/office/drawing/2014/main" id="{D6CF1C56-678C-B263-2559-B02AD8E29FB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1964" y="5023600"/>
            <a:ext cx="468069" cy="468069"/>
          </a:xfrm>
          <a:prstGeom prst="rect">
            <a:avLst/>
          </a:prstGeom>
        </p:spPr>
      </p:pic>
      <p:pic>
        <p:nvPicPr>
          <p:cNvPr id="86" name="Immagine 85" descr="Immagine che contiene Elementi grafici, schermata, simbolo, Carattere&#10;&#10;Il contenuto generato dall'IA potrebbe non essere corretto.">
            <a:extLst>
              <a:ext uri="{FF2B5EF4-FFF2-40B4-BE49-F238E27FC236}">
                <a16:creationId xmlns:a16="http://schemas.microsoft.com/office/drawing/2014/main" id="{2ACC048E-66E6-F2FA-C24F-5528DF79589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364" y="324085"/>
            <a:ext cx="618776" cy="618776"/>
          </a:xfrm>
          <a:prstGeom prst="rect">
            <a:avLst/>
          </a:prstGeom>
        </p:spPr>
      </p:pic>
      <p:pic>
        <p:nvPicPr>
          <p:cNvPr id="13" name="Immagine 12" descr="Immagine che contiene Elementi grafici, schermata, simbolo, Carattere&#10;&#10;Il contenuto generato dall'IA potrebbe non essere corretto.">
            <a:extLst>
              <a:ext uri="{FF2B5EF4-FFF2-40B4-BE49-F238E27FC236}">
                <a16:creationId xmlns:a16="http://schemas.microsoft.com/office/drawing/2014/main" id="{80890AFC-B6FC-8CF4-F98F-A12D5216938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9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853" y="6173960"/>
            <a:ext cx="425285" cy="425285"/>
          </a:xfrm>
          <a:prstGeom prst="rect">
            <a:avLst/>
          </a:prstGeom>
        </p:spPr>
      </p:pic>
      <p:pic>
        <p:nvPicPr>
          <p:cNvPr id="14" name="Immagine 13" descr="Immagine che contiene simbolo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9A8C96DA-D4FE-689C-8CF0-8CE9FAF2B23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3793" y="6195418"/>
            <a:ext cx="425286" cy="425286"/>
          </a:xfrm>
          <a:prstGeom prst="rect">
            <a:avLst/>
          </a:prstGeom>
        </p:spPr>
      </p:pic>
      <p:pic>
        <p:nvPicPr>
          <p:cNvPr id="15" name="Immagine 14" descr="Immagine che contiene simbolo, Elementi grafici, arte, design&#10;&#10;Il contenuto generato dall'IA potrebbe non essere corretto.">
            <a:extLst>
              <a:ext uri="{FF2B5EF4-FFF2-40B4-BE49-F238E27FC236}">
                <a16:creationId xmlns:a16="http://schemas.microsoft.com/office/drawing/2014/main" id="{CDDA068C-834D-CA41-92B0-A6A1B18F70B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6653" y="6195418"/>
            <a:ext cx="425286" cy="425286"/>
          </a:xfrm>
          <a:prstGeom prst="rect">
            <a:avLst/>
          </a:prstGeom>
        </p:spPr>
      </p:pic>
      <p:pic>
        <p:nvPicPr>
          <p:cNvPr id="16" name="Immagine 15" descr="Immagine che contiene Elementi grafici, grafica, simbolo, Carattere&#10;&#10;Il contenuto generato dall'IA potrebbe non essere corretto.">
            <a:extLst>
              <a:ext uri="{FF2B5EF4-FFF2-40B4-BE49-F238E27FC236}">
                <a16:creationId xmlns:a16="http://schemas.microsoft.com/office/drawing/2014/main" id="{ADFDD5D5-6F64-DE9F-9B9A-3532C1B742D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0137" y="6201694"/>
            <a:ext cx="425286" cy="425286"/>
          </a:xfrm>
          <a:prstGeom prst="rect">
            <a:avLst/>
          </a:prstGeom>
        </p:spPr>
      </p:pic>
      <p:pic>
        <p:nvPicPr>
          <p:cNvPr id="17" name="Immagine 16" descr="Immagine che contiene schermata, Blu elettrico, simbolo, numero&#10;&#10;Il contenuto generato dall'IA potrebbe non essere corretto.">
            <a:extLst>
              <a:ext uri="{FF2B5EF4-FFF2-40B4-BE49-F238E27FC236}">
                <a16:creationId xmlns:a16="http://schemas.microsoft.com/office/drawing/2014/main" id="{698199DC-6665-2F62-391A-9761BDB106D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167" y="6195419"/>
            <a:ext cx="425285" cy="425285"/>
          </a:xfrm>
          <a:prstGeom prst="rect">
            <a:avLst/>
          </a:prstGeom>
        </p:spPr>
      </p:pic>
      <p:pic>
        <p:nvPicPr>
          <p:cNvPr id="18" name="Immagine 17" descr="Immagine che contiene triangolo, simbolo, linea, stella&#10;&#10;Il contenuto generato dall'IA potrebbe non essere corretto.">
            <a:extLst>
              <a:ext uri="{FF2B5EF4-FFF2-40B4-BE49-F238E27FC236}">
                <a16:creationId xmlns:a16="http://schemas.microsoft.com/office/drawing/2014/main" id="{F3CD8CB8-7202-C816-9C47-928642C719B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5368" y="6451447"/>
            <a:ext cx="277176" cy="277176"/>
          </a:xfrm>
          <a:prstGeom prst="rect">
            <a:avLst/>
          </a:prstGeom>
        </p:spPr>
      </p:pic>
      <p:pic>
        <p:nvPicPr>
          <p:cNvPr id="19" name="Immagine 18" descr="Immagine che contiene simbolo, Elementi grafici, Carattere&#10;&#10;Il contenuto generato dall'IA potrebbe non essere corretto.">
            <a:extLst>
              <a:ext uri="{FF2B5EF4-FFF2-40B4-BE49-F238E27FC236}">
                <a16:creationId xmlns:a16="http://schemas.microsoft.com/office/drawing/2014/main" id="{7D5FC9B0-17E7-9608-BD3D-530C25411C9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8431" y="6195418"/>
            <a:ext cx="425287" cy="425287"/>
          </a:xfrm>
          <a:prstGeom prst="rect">
            <a:avLst/>
          </a:prstGeom>
        </p:spPr>
      </p:pic>
      <p:pic>
        <p:nvPicPr>
          <p:cNvPr id="20" name="Immagine 19" descr="Immagine che contiene schermata, Elementi grafici, Carattere, Blu elettrico&#10;&#10;Il contenuto generato dall'IA potrebbe non essere corretto.">
            <a:extLst>
              <a:ext uri="{FF2B5EF4-FFF2-40B4-BE49-F238E27FC236}">
                <a16:creationId xmlns:a16="http://schemas.microsoft.com/office/drawing/2014/main" id="{B62784EF-CEA8-010A-7618-61C0BF76FF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878" y="6173960"/>
            <a:ext cx="446744" cy="446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8417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40000">
              <a:srgbClr val="EFF0F4"/>
            </a:gs>
            <a:gs pos="0">
              <a:srgbClr val="D3DCEE"/>
            </a:gs>
            <a:gs pos="100000">
              <a:srgbClr val="D3DCEE"/>
            </a:gs>
          </a:gsLst>
          <a:lin ang="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1A843B-8535-B5D1-A98B-1DA346CEC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40DC76BF-9BA0-8495-EC8A-4B6C9AF5F6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208596" cy="6858000"/>
          </a:xfrm>
          <a:prstGeom prst="roundRect">
            <a:avLst>
              <a:gd name="adj" fmla="val 0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4A320085-3545-A4CE-B117-7B64F762112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42132" y="373865"/>
            <a:ext cx="90716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600" b="1">
                <a:solidFill>
                  <a:srgbClr val="00255E"/>
                </a:solidFill>
                <a:latin typeface="Abadi" panose="020B0604020104020204" pitchFamily="34" charset="0"/>
              </a:rPr>
              <a:t>Machine learning Model</a:t>
            </a:r>
          </a:p>
        </p:txBody>
      </p:sp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46FECC74-663C-4EF1-AA80-EBDDE2003F4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55921" y="185195"/>
            <a:ext cx="896556" cy="896556"/>
          </a:xfrm>
          <a:prstGeom prst="rect">
            <a:avLst/>
          </a:prstGeom>
        </p:spPr>
      </p:pic>
      <p:pic>
        <p:nvPicPr>
          <p:cNvPr id="9" name="Immagine 8" descr="Immagine che contiene simbolo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FD7A02EC-E53C-A77A-AD1B-75D6440017E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901" y="373864"/>
            <a:ext cx="646331" cy="646331"/>
          </a:xfrm>
          <a:prstGeom prst="rect">
            <a:avLst/>
          </a:prstGeom>
        </p:spPr>
      </p:pic>
      <p:grpSp>
        <p:nvGrpSpPr>
          <p:cNvPr id="30" name="Gruppo 29">
            <a:extLst>
              <a:ext uri="{FF2B5EF4-FFF2-40B4-BE49-F238E27FC236}">
                <a16:creationId xmlns:a16="http://schemas.microsoft.com/office/drawing/2014/main" id="{CDA9E7B1-D724-DB2F-DBEB-543AF135B64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341342" y="1394059"/>
            <a:ext cx="4458564" cy="3751152"/>
            <a:chOff x="794232" y="1394059"/>
            <a:chExt cx="4458564" cy="3751152"/>
          </a:xfrm>
        </p:grpSpPr>
        <p:pic>
          <p:nvPicPr>
            <p:cNvPr id="19" name="Immagine 18" descr="Immagine che contiene schermata, Elementi grafici, design&#10;&#10;Il contenuto generato dall'IA potrebbe non essere corretto.">
              <a:extLst>
                <a:ext uri="{FF2B5EF4-FFF2-40B4-BE49-F238E27FC236}">
                  <a16:creationId xmlns:a16="http://schemas.microsoft.com/office/drawing/2014/main" id="{17704948-52A5-5138-1C37-ED8CBB34C3D7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4232" y="1394059"/>
              <a:ext cx="4458564" cy="3751152"/>
            </a:xfrm>
            <a:prstGeom prst="rect">
              <a:avLst/>
            </a:prstGeom>
          </p:spPr>
        </p:pic>
        <p:sp>
          <p:nvSpPr>
            <p:cNvPr id="27" name="CasellaDiTesto 26">
              <a:extLst>
                <a:ext uri="{FF2B5EF4-FFF2-40B4-BE49-F238E27FC236}">
                  <a16:creationId xmlns:a16="http://schemas.microsoft.com/office/drawing/2014/main" id="{AC86902E-69D0-15E7-3311-5919E0F470C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65005" y="2369574"/>
              <a:ext cx="2762865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>
                  <a:solidFill>
                    <a:srgbClr val="C131AA"/>
                  </a:solidFill>
                  <a:latin typeface="Abadi" panose="020B0604020104020204" pitchFamily="34" charset="0"/>
                </a:rPr>
                <a:t>The small model (100 </a:t>
              </a:r>
              <a:r>
                <a:rPr lang="it-IT" err="1">
                  <a:solidFill>
                    <a:srgbClr val="C131AA"/>
                  </a:solidFill>
                  <a:latin typeface="Abadi" panose="020B0604020104020204" pitchFamily="34" charset="0"/>
                </a:rPr>
                <a:t>Neurons</a:t>
              </a:r>
              <a:r>
                <a:rPr lang="it-IT">
                  <a:solidFill>
                    <a:srgbClr val="C131AA"/>
                  </a:solidFill>
                  <a:latin typeface="Abadi" panose="020B0604020104020204" pitchFamily="34" charset="0"/>
                </a:rPr>
                <a:t>) </a:t>
              </a:r>
              <a:r>
                <a:rPr lang="it-IT" err="1">
                  <a:solidFill>
                    <a:srgbClr val="C131AA"/>
                  </a:solidFill>
                  <a:latin typeface="Abadi" panose="020B0604020104020204" pitchFamily="34" charset="0"/>
                </a:rPr>
                <a:t>is</a:t>
              </a:r>
              <a:r>
                <a:rPr lang="it-IT">
                  <a:solidFill>
                    <a:srgbClr val="C131AA"/>
                  </a:solidFill>
                  <a:latin typeface="Abadi" panose="020B0604020104020204" pitchFamily="34" charset="0"/>
                </a:rPr>
                <a:t> </a:t>
              </a:r>
              <a:r>
                <a:rPr lang="it-IT" err="1">
                  <a:solidFill>
                    <a:srgbClr val="C131AA"/>
                  </a:solidFill>
                  <a:latin typeface="Abadi" panose="020B0604020104020204" pitchFamily="34" charset="0"/>
                </a:rPr>
                <a:t>expected</a:t>
              </a:r>
              <a:r>
                <a:rPr lang="it-IT">
                  <a:solidFill>
                    <a:srgbClr val="C131AA"/>
                  </a:solidFill>
                  <a:latin typeface="Abadi" panose="020B0604020104020204" pitchFamily="34" charset="0"/>
                </a:rPr>
                <a:t> to be </a:t>
              </a:r>
              <a:r>
                <a:rPr lang="it-IT" err="1">
                  <a:solidFill>
                    <a:srgbClr val="C131AA"/>
                  </a:solidFill>
                  <a:latin typeface="Abadi" panose="020B0604020104020204" pitchFamily="34" charset="0"/>
                </a:rPr>
                <a:t>lightweight</a:t>
              </a:r>
              <a:r>
                <a:rPr lang="it-IT">
                  <a:solidFill>
                    <a:srgbClr val="C131AA"/>
                  </a:solidFill>
                  <a:latin typeface="Abadi" panose="020B0604020104020204" pitchFamily="34" charset="0"/>
                </a:rPr>
                <a:t> and </a:t>
              </a:r>
              <a:r>
                <a:rPr lang="it-IT" err="1">
                  <a:solidFill>
                    <a:srgbClr val="C131AA"/>
                  </a:solidFill>
                  <a:latin typeface="Abadi" panose="020B0604020104020204" pitchFamily="34" charset="0"/>
                </a:rPr>
                <a:t>optimized</a:t>
              </a:r>
              <a:r>
                <a:rPr lang="it-IT">
                  <a:solidFill>
                    <a:srgbClr val="C131AA"/>
                  </a:solidFill>
                  <a:latin typeface="Abadi" panose="020B0604020104020204" pitchFamily="34" charset="0"/>
                </a:rPr>
                <a:t> for speed and </a:t>
              </a:r>
              <a:r>
                <a:rPr lang="it-IT" err="1">
                  <a:solidFill>
                    <a:srgbClr val="C131AA"/>
                  </a:solidFill>
                  <a:latin typeface="Abadi" panose="020B0604020104020204" pitchFamily="34" charset="0"/>
                </a:rPr>
                <a:t>efficiency</a:t>
              </a:r>
              <a:r>
                <a:rPr lang="it-IT">
                  <a:solidFill>
                    <a:srgbClr val="C131AA"/>
                  </a:solidFill>
                  <a:latin typeface="Abadi" panose="020B0604020104020204" pitchFamily="34" charset="0"/>
                </a:rPr>
                <a:t>, making </a:t>
              </a:r>
              <a:r>
                <a:rPr lang="it-IT" err="1">
                  <a:solidFill>
                    <a:srgbClr val="C131AA"/>
                  </a:solidFill>
                  <a:latin typeface="Abadi" panose="020B0604020104020204" pitchFamily="34" charset="0"/>
                </a:rPr>
                <a:t>it</a:t>
              </a:r>
              <a:r>
                <a:rPr lang="it-IT">
                  <a:solidFill>
                    <a:srgbClr val="C131AA"/>
                  </a:solidFill>
                  <a:latin typeface="Abadi" panose="020B0604020104020204" pitchFamily="34" charset="0"/>
                </a:rPr>
                <a:t> </a:t>
              </a:r>
              <a:r>
                <a:rPr lang="it-IT" err="1">
                  <a:solidFill>
                    <a:srgbClr val="C131AA"/>
                  </a:solidFill>
                  <a:latin typeface="Abadi" panose="020B0604020104020204" pitchFamily="34" charset="0"/>
                </a:rPr>
                <a:t>ideal</a:t>
              </a:r>
              <a:r>
                <a:rPr lang="it-IT">
                  <a:solidFill>
                    <a:srgbClr val="C131AA"/>
                  </a:solidFill>
                  <a:latin typeface="Abadi" panose="020B0604020104020204" pitchFamily="34" charset="0"/>
                </a:rPr>
                <a:t> for low-</a:t>
              </a:r>
              <a:r>
                <a:rPr lang="it-IT" err="1">
                  <a:solidFill>
                    <a:srgbClr val="C131AA"/>
                  </a:solidFill>
                  <a:latin typeface="Abadi" panose="020B0604020104020204" pitchFamily="34" charset="0"/>
                </a:rPr>
                <a:t>resource</a:t>
              </a:r>
              <a:r>
                <a:rPr lang="it-IT">
                  <a:solidFill>
                    <a:srgbClr val="C131AA"/>
                  </a:solidFill>
                  <a:latin typeface="Abadi" panose="020B0604020104020204" pitchFamily="34" charset="0"/>
                </a:rPr>
                <a:t> device or real-time </a:t>
              </a:r>
              <a:r>
                <a:rPr lang="it-IT" err="1">
                  <a:solidFill>
                    <a:srgbClr val="C131AA"/>
                  </a:solidFill>
                  <a:latin typeface="Abadi" panose="020B0604020104020204" pitchFamily="34" charset="0"/>
                </a:rPr>
                <a:t>applications</a:t>
              </a:r>
              <a:r>
                <a:rPr lang="it-IT">
                  <a:solidFill>
                    <a:srgbClr val="C131AA"/>
                  </a:solidFill>
                  <a:latin typeface="Abadi" panose="020B0604020104020204" pitchFamily="34" charset="0"/>
                </a:rPr>
                <a:t>.</a:t>
              </a:r>
            </a:p>
          </p:txBody>
        </p:sp>
      </p:grpSp>
      <p:grpSp>
        <p:nvGrpSpPr>
          <p:cNvPr id="29" name="Gruppo 28">
            <a:extLst>
              <a:ext uri="{FF2B5EF4-FFF2-40B4-BE49-F238E27FC236}">
                <a16:creationId xmlns:a16="http://schemas.microsoft.com/office/drawing/2014/main" id="{624DC536-DC6E-77F1-7C74-AE41151C7FA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392095" y="1394059"/>
            <a:ext cx="4591050" cy="3571875"/>
            <a:chOff x="6426873" y="1483697"/>
            <a:chExt cx="4591050" cy="3571875"/>
          </a:xfrm>
        </p:grpSpPr>
        <p:pic>
          <p:nvPicPr>
            <p:cNvPr id="21" name="Immagine 20" descr="Immagine che contiene schermata, Elementi grafici, viola, design&#10;&#10;Il contenuto generato dall'IA potrebbe non essere corretto.">
              <a:extLst>
                <a:ext uri="{FF2B5EF4-FFF2-40B4-BE49-F238E27FC236}">
                  <a16:creationId xmlns:a16="http://schemas.microsoft.com/office/drawing/2014/main" id="{4227FF23-EE48-5A95-289D-1C640B992357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26873" y="1483697"/>
              <a:ext cx="4591050" cy="3571875"/>
            </a:xfrm>
            <a:prstGeom prst="rect">
              <a:avLst/>
            </a:prstGeom>
          </p:spPr>
        </p:pic>
        <p:sp>
          <p:nvSpPr>
            <p:cNvPr id="28" name="CasellaDiTesto 27">
              <a:extLst>
                <a:ext uri="{FF2B5EF4-FFF2-40B4-BE49-F238E27FC236}">
                  <a16:creationId xmlns:a16="http://schemas.microsoft.com/office/drawing/2014/main" id="{85BEE2EE-0F83-BF92-1460-1732EC15C97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246374" y="2413337"/>
              <a:ext cx="2767416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>
                  <a:solidFill>
                    <a:srgbClr val="8B1AAB"/>
                  </a:solidFill>
                  <a:latin typeface="Abadi" panose="020B0604020104020204" pitchFamily="34" charset="0"/>
                </a:rPr>
                <a:t>The big model (1000 </a:t>
              </a:r>
              <a:r>
                <a:rPr lang="it-IT" err="1">
                  <a:solidFill>
                    <a:srgbClr val="8B1AAB"/>
                  </a:solidFill>
                  <a:latin typeface="Abadi" panose="020B0604020104020204" pitchFamily="34" charset="0"/>
                </a:rPr>
                <a:t>Neurons</a:t>
              </a:r>
              <a:r>
                <a:rPr lang="it-IT">
                  <a:solidFill>
                    <a:srgbClr val="8B1AAB"/>
                  </a:solidFill>
                  <a:latin typeface="Abadi" panose="020B0604020104020204" pitchFamily="34" charset="0"/>
                </a:rPr>
                <a:t>) </a:t>
              </a:r>
              <a:r>
                <a:rPr lang="it-IT" err="1">
                  <a:solidFill>
                    <a:srgbClr val="8B1AAB"/>
                  </a:solidFill>
                  <a:latin typeface="Abadi" panose="020B0604020104020204" pitchFamily="34" charset="0"/>
                </a:rPr>
                <a:t>has</a:t>
              </a:r>
              <a:r>
                <a:rPr lang="it-IT">
                  <a:solidFill>
                    <a:srgbClr val="8B1AAB"/>
                  </a:solidFill>
                  <a:latin typeface="Abadi" panose="020B0604020104020204" pitchFamily="34" charset="0"/>
                </a:rPr>
                <a:t> a </a:t>
              </a:r>
              <a:r>
                <a:rPr lang="it-IT" err="1">
                  <a:solidFill>
                    <a:srgbClr val="8B1AAB"/>
                  </a:solidFill>
                  <a:latin typeface="Abadi" panose="020B0604020104020204" pitchFamily="34" charset="0"/>
                </a:rPr>
                <a:t>larger</a:t>
              </a:r>
              <a:r>
                <a:rPr lang="it-IT">
                  <a:solidFill>
                    <a:srgbClr val="8B1AAB"/>
                  </a:solidFill>
                  <a:latin typeface="Abadi" panose="020B0604020104020204" pitchFamily="34" charset="0"/>
                </a:rPr>
                <a:t> </a:t>
              </a:r>
              <a:r>
                <a:rPr lang="it-IT" err="1">
                  <a:solidFill>
                    <a:srgbClr val="8B1AAB"/>
                  </a:solidFill>
                  <a:latin typeface="Abadi" panose="020B0604020104020204" pitchFamily="34" charset="0"/>
                </a:rPr>
                <a:t>neural</a:t>
              </a:r>
              <a:r>
                <a:rPr lang="it-IT">
                  <a:solidFill>
                    <a:srgbClr val="8B1AAB"/>
                  </a:solidFill>
                  <a:latin typeface="Abadi" panose="020B0604020104020204" pitchFamily="34" charset="0"/>
                </a:rPr>
                <a:t> </a:t>
              </a:r>
              <a:r>
                <a:rPr lang="it-IT" err="1">
                  <a:solidFill>
                    <a:srgbClr val="8B1AAB"/>
                  </a:solidFill>
                  <a:latin typeface="Abadi" panose="020B0604020104020204" pitchFamily="34" charset="0"/>
                </a:rPr>
                <a:t>capacity</a:t>
              </a:r>
              <a:r>
                <a:rPr lang="it-IT">
                  <a:solidFill>
                    <a:srgbClr val="8B1AAB"/>
                  </a:solidFill>
                  <a:latin typeface="Abadi" panose="020B0604020104020204" pitchFamily="34" charset="0"/>
                </a:rPr>
                <a:t>, </a:t>
              </a:r>
              <a:r>
                <a:rPr lang="it-IT" err="1">
                  <a:solidFill>
                    <a:srgbClr val="8B1AAB"/>
                  </a:solidFill>
                  <a:latin typeface="Abadi" panose="020B0604020104020204" pitchFamily="34" charset="0"/>
                </a:rPr>
                <a:t>offering</a:t>
              </a:r>
              <a:r>
                <a:rPr lang="it-IT">
                  <a:solidFill>
                    <a:srgbClr val="8B1AAB"/>
                  </a:solidFill>
                  <a:latin typeface="Abadi" panose="020B0604020104020204" pitchFamily="34" charset="0"/>
                </a:rPr>
                <a:t> </a:t>
              </a:r>
              <a:r>
                <a:rPr lang="it-IT" err="1">
                  <a:solidFill>
                    <a:srgbClr val="8B1AAB"/>
                  </a:solidFill>
                  <a:latin typeface="Abadi" panose="020B0604020104020204" pitchFamily="34" charset="0"/>
                </a:rPr>
                <a:t>improved</a:t>
              </a:r>
              <a:r>
                <a:rPr lang="it-IT">
                  <a:solidFill>
                    <a:srgbClr val="8B1AAB"/>
                  </a:solidFill>
                  <a:latin typeface="Abadi" panose="020B0604020104020204" pitchFamily="34" charset="0"/>
                </a:rPr>
                <a:t> </a:t>
              </a:r>
              <a:r>
                <a:rPr lang="it-IT" err="1">
                  <a:solidFill>
                    <a:srgbClr val="8B1AAB"/>
                  </a:solidFill>
                  <a:latin typeface="Abadi" panose="020B0604020104020204" pitchFamily="34" charset="0"/>
                </a:rPr>
                <a:t>accuracy</a:t>
              </a:r>
              <a:r>
                <a:rPr lang="it-IT">
                  <a:solidFill>
                    <a:srgbClr val="8B1AAB"/>
                  </a:solidFill>
                  <a:latin typeface="Abadi" panose="020B0604020104020204" pitchFamily="34" charset="0"/>
                </a:rPr>
                <a:t> and </a:t>
              </a:r>
              <a:r>
                <a:rPr lang="it-IT" err="1">
                  <a:solidFill>
                    <a:srgbClr val="8B1AAB"/>
                  </a:solidFill>
                  <a:latin typeface="Abadi" panose="020B0604020104020204" pitchFamily="34" charset="0"/>
                </a:rPr>
                <a:t>better</a:t>
              </a:r>
              <a:r>
                <a:rPr lang="it-IT">
                  <a:solidFill>
                    <a:srgbClr val="8B1AAB"/>
                  </a:solidFill>
                  <a:latin typeface="Abadi" panose="020B0604020104020204" pitchFamily="34" charset="0"/>
                </a:rPr>
                <a:t> </a:t>
              </a:r>
              <a:r>
                <a:rPr lang="it-IT" err="1">
                  <a:solidFill>
                    <a:srgbClr val="8B1AAB"/>
                  </a:solidFill>
                  <a:latin typeface="Abadi" panose="020B0604020104020204" pitchFamily="34" charset="0"/>
                </a:rPr>
                <a:t>generalization</a:t>
              </a:r>
              <a:r>
                <a:rPr lang="it-IT">
                  <a:solidFill>
                    <a:srgbClr val="8B1AAB"/>
                  </a:solidFill>
                  <a:latin typeface="Abadi" panose="020B0604020104020204" pitchFamily="34" charset="0"/>
                </a:rPr>
                <a:t> </a:t>
              </a:r>
              <a:r>
                <a:rPr lang="it-IT" err="1">
                  <a:solidFill>
                    <a:srgbClr val="8B1AAB"/>
                  </a:solidFill>
                  <a:latin typeface="Abadi" panose="020B0604020104020204" pitchFamily="34" charset="0"/>
                </a:rPr>
                <a:t>at</a:t>
              </a:r>
              <a:r>
                <a:rPr lang="it-IT">
                  <a:solidFill>
                    <a:srgbClr val="8B1AAB"/>
                  </a:solidFill>
                  <a:latin typeface="Abadi" panose="020B0604020104020204" pitchFamily="34" charset="0"/>
                </a:rPr>
                <a:t> the cost of </a:t>
              </a:r>
              <a:r>
                <a:rPr lang="it-IT" err="1">
                  <a:solidFill>
                    <a:srgbClr val="8B1AAB"/>
                  </a:solidFill>
                  <a:latin typeface="Abadi" panose="020B0604020104020204" pitchFamily="34" charset="0"/>
                </a:rPr>
                <a:t>higher</a:t>
              </a:r>
              <a:r>
                <a:rPr lang="it-IT">
                  <a:solidFill>
                    <a:srgbClr val="8B1AAB"/>
                  </a:solidFill>
                  <a:latin typeface="Abadi" panose="020B0604020104020204" pitchFamily="34" charset="0"/>
                </a:rPr>
                <a:t> </a:t>
              </a:r>
              <a:r>
                <a:rPr lang="it-IT" err="1">
                  <a:solidFill>
                    <a:srgbClr val="8B1AAB"/>
                  </a:solidFill>
                  <a:latin typeface="Abadi" panose="020B0604020104020204" pitchFamily="34" charset="0"/>
                </a:rPr>
                <a:t>computation</a:t>
              </a:r>
              <a:r>
                <a:rPr lang="it-IT">
                  <a:solidFill>
                    <a:srgbClr val="8B1AAB"/>
                  </a:solidFill>
                  <a:latin typeface="Abadi" panose="020B0604020104020204" pitchFamily="34" charset="0"/>
                </a:rPr>
                <a:t> time.</a:t>
              </a:r>
            </a:p>
          </p:txBody>
        </p:sp>
      </p:grpSp>
      <p:pic>
        <p:nvPicPr>
          <p:cNvPr id="2" name="Immagine 1" descr="Immagine che contiene Elementi grafici, schermata, simbolo, Carattere&#10;&#10;Il contenuto generato dall'IA potrebbe non essere corretto.">
            <a:extLst>
              <a:ext uri="{FF2B5EF4-FFF2-40B4-BE49-F238E27FC236}">
                <a16:creationId xmlns:a16="http://schemas.microsoft.com/office/drawing/2014/main" id="{44C2114F-2A5A-293E-A4C6-ED24E710FD1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853" y="6173960"/>
            <a:ext cx="425285" cy="425285"/>
          </a:xfrm>
          <a:prstGeom prst="rect">
            <a:avLst/>
          </a:prstGeom>
        </p:spPr>
      </p:pic>
      <p:pic>
        <p:nvPicPr>
          <p:cNvPr id="5" name="Immagine 4" descr="Immagine che contiene simbolo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76E99FDD-986B-7A96-0268-C8DF55962D5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0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3793" y="6195418"/>
            <a:ext cx="425286" cy="425286"/>
          </a:xfrm>
          <a:prstGeom prst="rect">
            <a:avLst/>
          </a:prstGeom>
        </p:spPr>
      </p:pic>
      <p:pic>
        <p:nvPicPr>
          <p:cNvPr id="6" name="Immagine 5" descr="Immagine che contiene simbolo, Elementi grafici, arte, design&#10;&#10;Il contenuto generato dall'IA potrebbe non essere corretto.">
            <a:extLst>
              <a:ext uri="{FF2B5EF4-FFF2-40B4-BE49-F238E27FC236}">
                <a16:creationId xmlns:a16="http://schemas.microsoft.com/office/drawing/2014/main" id="{25A4EBF0-33BD-BA7A-C6E8-6BE1A0E69C9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6653" y="6195418"/>
            <a:ext cx="425286" cy="425286"/>
          </a:xfrm>
          <a:prstGeom prst="rect">
            <a:avLst/>
          </a:prstGeom>
        </p:spPr>
      </p:pic>
      <p:pic>
        <p:nvPicPr>
          <p:cNvPr id="8" name="Immagine 7" descr="Immagine che contiene Elementi grafici, grafica, simbolo, Carattere&#10;&#10;Il contenuto generato dall'IA potrebbe non essere corretto.">
            <a:extLst>
              <a:ext uri="{FF2B5EF4-FFF2-40B4-BE49-F238E27FC236}">
                <a16:creationId xmlns:a16="http://schemas.microsoft.com/office/drawing/2014/main" id="{253BDE65-502E-697C-71C6-5F215DD5323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0137" y="6201694"/>
            <a:ext cx="425286" cy="425286"/>
          </a:xfrm>
          <a:prstGeom prst="rect">
            <a:avLst/>
          </a:prstGeom>
        </p:spPr>
      </p:pic>
      <p:pic>
        <p:nvPicPr>
          <p:cNvPr id="10" name="Immagine 9" descr="Immagine che contiene schermata, Blu elettrico, simbolo, numero&#10;&#10;Il contenuto generato dall'IA potrebbe non essere corretto.">
            <a:extLst>
              <a:ext uri="{FF2B5EF4-FFF2-40B4-BE49-F238E27FC236}">
                <a16:creationId xmlns:a16="http://schemas.microsoft.com/office/drawing/2014/main" id="{9E602222-479A-CC26-759B-DA73DEE419F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167" y="6195419"/>
            <a:ext cx="425285" cy="425285"/>
          </a:xfrm>
          <a:prstGeom prst="rect">
            <a:avLst/>
          </a:prstGeom>
        </p:spPr>
      </p:pic>
      <p:pic>
        <p:nvPicPr>
          <p:cNvPr id="11" name="Immagine 10" descr="Immagine che contiene triangolo, simbolo, linea, stella&#10;&#10;Il contenuto generato dall'IA potrebbe non essere corretto.">
            <a:extLst>
              <a:ext uri="{FF2B5EF4-FFF2-40B4-BE49-F238E27FC236}">
                <a16:creationId xmlns:a16="http://schemas.microsoft.com/office/drawing/2014/main" id="{032FC9B4-A16F-133E-2481-AFC5179CA32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948" y="6460657"/>
            <a:ext cx="277176" cy="277176"/>
          </a:xfrm>
          <a:prstGeom prst="rect">
            <a:avLst/>
          </a:prstGeom>
        </p:spPr>
      </p:pic>
      <p:pic>
        <p:nvPicPr>
          <p:cNvPr id="12" name="Immagine 11" descr="Immagine che contiene simbolo, Elementi grafici, Carattere&#10;&#10;Il contenuto generato dall'IA potrebbe non essere corretto.">
            <a:extLst>
              <a:ext uri="{FF2B5EF4-FFF2-40B4-BE49-F238E27FC236}">
                <a16:creationId xmlns:a16="http://schemas.microsoft.com/office/drawing/2014/main" id="{C85D85F1-7237-D4BD-62D1-EECA2C90100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8431" y="6195418"/>
            <a:ext cx="425287" cy="425287"/>
          </a:xfrm>
          <a:prstGeom prst="rect">
            <a:avLst/>
          </a:prstGeom>
        </p:spPr>
      </p:pic>
      <p:pic>
        <p:nvPicPr>
          <p:cNvPr id="13" name="Immagine 12" descr="Immagine che contiene schermata, Elementi grafici, Carattere, Blu elettrico&#10;&#10;Il contenuto generato dall'IA potrebbe non essere corretto.">
            <a:extLst>
              <a:ext uri="{FF2B5EF4-FFF2-40B4-BE49-F238E27FC236}">
                <a16:creationId xmlns:a16="http://schemas.microsoft.com/office/drawing/2014/main" id="{2437A9F5-9346-EB42-47C2-A7684A65A70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878" y="6173960"/>
            <a:ext cx="446744" cy="446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9639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40000">
              <a:srgbClr val="EFF0F4"/>
            </a:gs>
            <a:gs pos="0">
              <a:srgbClr val="D3DCEE"/>
            </a:gs>
            <a:gs pos="100000">
              <a:srgbClr val="D3DCEE"/>
            </a:gs>
          </a:gsLst>
          <a:lin ang="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683847-E16B-2597-F591-E7513B626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98DEFAEC-B967-D39E-6C45-18C73BB703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208596" cy="6858000"/>
          </a:xfrm>
          <a:prstGeom prst="roundRect">
            <a:avLst>
              <a:gd name="adj" fmla="val 0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0830D308-C676-FD82-8899-1A6C591A5BB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42132" y="373865"/>
            <a:ext cx="90716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600" b="1">
                <a:solidFill>
                  <a:srgbClr val="00255E"/>
                </a:solidFill>
                <a:latin typeface="Abadi" panose="020B0604020104020204" pitchFamily="34" charset="0"/>
              </a:rPr>
              <a:t>Machine learning Model</a:t>
            </a:r>
          </a:p>
        </p:txBody>
      </p:sp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D592E212-DD26-6C39-EFC6-56AB7849377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55921" y="185195"/>
            <a:ext cx="896556" cy="896556"/>
          </a:xfrm>
          <a:prstGeom prst="rect">
            <a:avLst/>
          </a:prstGeom>
        </p:spPr>
      </p:pic>
      <p:pic>
        <p:nvPicPr>
          <p:cNvPr id="5" name="Immagine 4" descr="Immagine che contiene simbolo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63FCCB29-777E-211E-8380-A425A41DB6D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901" y="373864"/>
            <a:ext cx="646331" cy="646331"/>
          </a:xfrm>
          <a:prstGeom prst="rect">
            <a:avLst/>
          </a:prstGeom>
        </p:spPr>
      </p:pic>
      <p:pic>
        <p:nvPicPr>
          <p:cNvPr id="10" name="Immagine 9" descr="Immagine che contiene schermata, testo, Carattere, diagramma&#10;&#10;Il contenuto generato dall'IA potrebbe non essere corretto.">
            <a:extLst>
              <a:ext uri="{FF2B5EF4-FFF2-40B4-BE49-F238E27FC236}">
                <a16:creationId xmlns:a16="http://schemas.microsoft.com/office/drawing/2014/main" id="{DF6ADB4F-DF88-8844-356B-72BE1F4D7B4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349" y="1639990"/>
            <a:ext cx="4572000" cy="2771775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5BBC7FD6-65A7-BBBF-2C7B-7A0EDCE8A96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366684" y="2674374"/>
            <a:ext cx="2979174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>
                <a:solidFill>
                  <a:srgbClr val="00255E"/>
                </a:solidFill>
                <a:latin typeface="Abadi" panose="020B0604020104020204" pitchFamily="34" charset="0"/>
              </a:rPr>
              <a:t>48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>
                <a:solidFill>
                  <a:srgbClr val="00255E"/>
                </a:solidFill>
                <a:latin typeface="Abadi" panose="020B0604020104020204" pitchFamily="34" charset="0"/>
              </a:rPr>
              <a:t>EEG </a:t>
            </a:r>
            <a:r>
              <a:rPr lang="it-IT" sz="1600" err="1">
                <a:solidFill>
                  <a:srgbClr val="00255E"/>
                </a:solidFill>
                <a:latin typeface="Abadi" panose="020B0604020104020204" pitchFamily="34" charset="0"/>
              </a:rPr>
              <a:t>signals</a:t>
            </a:r>
            <a:r>
              <a:rPr lang="it-IT" sz="1600">
                <a:solidFill>
                  <a:srgbClr val="00255E"/>
                </a:solidFill>
                <a:latin typeface="Abadi" panose="020B0604020104020204" pitchFamily="34" charset="0"/>
              </a:rPr>
              <a:t> from 8 </a:t>
            </a:r>
            <a:r>
              <a:rPr lang="it-IT" sz="1600" err="1">
                <a:solidFill>
                  <a:srgbClr val="00255E"/>
                </a:solidFill>
                <a:latin typeface="Abadi" panose="020B0604020104020204" pitchFamily="34" charset="0"/>
              </a:rPr>
              <a:t>channels</a:t>
            </a:r>
            <a:endParaRPr lang="it-IT" sz="1600">
              <a:solidFill>
                <a:srgbClr val="00255E"/>
              </a:solidFill>
              <a:latin typeface="Abadi" panose="020B06040201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>
                <a:solidFill>
                  <a:srgbClr val="00255E"/>
                </a:solidFill>
                <a:latin typeface="Abadi" panose="020B0604020104020204" pitchFamily="34" charset="0"/>
              </a:rPr>
              <a:t>For </a:t>
            </a:r>
            <a:r>
              <a:rPr lang="it-IT" err="1">
                <a:solidFill>
                  <a:srgbClr val="00255E"/>
                </a:solidFill>
                <a:latin typeface="Abadi" panose="020B0604020104020204" pitchFamily="34" charset="0"/>
              </a:rPr>
              <a:t>each</a:t>
            </a:r>
            <a:r>
              <a:rPr lang="it-IT">
                <a:solidFill>
                  <a:srgbClr val="00255E"/>
                </a:solidFill>
                <a:latin typeface="Abadi" panose="020B0604020104020204" pitchFamily="34" charset="0"/>
              </a:rPr>
              <a:t> </a:t>
            </a:r>
            <a:r>
              <a:rPr lang="it-IT" err="1">
                <a:solidFill>
                  <a:srgbClr val="00255E"/>
                </a:solidFill>
                <a:latin typeface="Abadi" panose="020B0604020104020204" pitchFamily="34" charset="0"/>
              </a:rPr>
              <a:t>channel</a:t>
            </a:r>
            <a:r>
              <a:rPr lang="it-IT">
                <a:solidFill>
                  <a:srgbClr val="00255E"/>
                </a:solidFill>
                <a:latin typeface="Abadi" panose="020B0604020104020204" pitchFamily="34" charset="0"/>
              </a:rPr>
              <a:t> 6 </a:t>
            </a:r>
            <a:r>
              <a:rPr lang="it-IT" err="1">
                <a:solidFill>
                  <a:srgbClr val="00255E"/>
                </a:solidFill>
                <a:latin typeface="Abadi" panose="020B0604020104020204" pitchFamily="34" charset="0"/>
              </a:rPr>
              <a:t>statistical</a:t>
            </a:r>
            <a:r>
              <a:rPr lang="it-IT">
                <a:solidFill>
                  <a:srgbClr val="00255E"/>
                </a:solidFill>
                <a:latin typeface="Abadi" panose="020B0604020104020204" pitchFamily="34" charset="0"/>
              </a:rPr>
              <a:t> features</a:t>
            </a:r>
          </a:p>
        </p:txBody>
      </p:sp>
      <p:pic>
        <p:nvPicPr>
          <p:cNvPr id="2" name="Immagine 1" descr="Immagine che contiene Elementi grafici, schermata, simbolo, Carattere&#10;&#10;Il contenuto generato dall'IA potrebbe non essere corretto.">
            <a:extLst>
              <a:ext uri="{FF2B5EF4-FFF2-40B4-BE49-F238E27FC236}">
                <a16:creationId xmlns:a16="http://schemas.microsoft.com/office/drawing/2014/main" id="{AB37BCC2-3C07-3C57-EEE8-32F1A32415A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853" y="6173960"/>
            <a:ext cx="425285" cy="425285"/>
          </a:xfrm>
          <a:prstGeom prst="rect">
            <a:avLst/>
          </a:prstGeom>
        </p:spPr>
      </p:pic>
      <p:pic>
        <p:nvPicPr>
          <p:cNvPr id="6" name="Immagine 5" descr="Immagine che contiene simbolo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302DEC8F-5B8B-CB77-2766-7FA4DD01B4C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9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3793" y="6195418"/>
            <a:ext cx="425286" cy="425286"/>
          </a:xfrm>
          <a:prstGeom prst="rect">
            <a:avLst/>
          </a:prstGeom>
        </p:spPr>
      </p:pic>
      <p:pic>
        <p:nvPicPr>
          <p:cNvPr id="8" name="Immagine 7" descr="Immagine che contiene simbolo, Elementi grafici, arte, design&#10;&#10;Il contenuto generato dall'IA potrebbe non essere corretto.">
            <a:extLst>
              <a:ext uri="{FF2B5EF4-FFF2-40B4-BE49-F238E27FC236}">
                <a16:creationId xmlns:a16="http://schemas.microsoft.com/office/drawing/2014/main" id="{328248D9-644A-67D8-2BC6-6578AB06888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6653" y="6195418"/>
            <a:ext cx="425286" cy="425286"/>
          </a:xfrm>
          <a:prstGeom prst="rect">
            <a:avLst/>
          </a:prstGeom>
        </p:spPr>
      </p:pic>
      <p:pic>
        <p:nvPicPr>
          <p:cNvPr id="9" name="Immagine 8" descr="Immagine che contiene Elementi grafici, grafica, simbolo, Carattere&#10;&#10;Il contenuto generato dall'IA potrebbe non essere corretto.">
            <a:extLst>
              <a:ext uri="{FF2B5EF4-FFF2-40B4-BE49-F238E27FC236}">
                <a16:creationId xmlns:a16="http://schemas.microsoft.com/office/drawing/2014/main" id="{6B22964E-2440-DEA6-A0F6-438F2C4AAB7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0137" y="6201694"/>
            <a:ext cx="425286" cy="425286"/>
          </a:xfrm>
          <a:prstGeom prst="rect">
            <a:avLst/>
          </a:prstGeom>
        </p:spPr>
      </p:pic>
      <p:pic>
        <p:nvPicPr>
          <p:cNvPr id="12" name="Immagine 11" descr="Immagine che contiene schermata, Blu elettrico, simbolo, numero&#10;&#10;Il contenuto generato dall'IA potrebbe non essere corretto.">
            <a:extLst>
              <a:ext uri="{FF2B5EF4-FFF2-40B4-BE49-F238E27FC236}">
                <a16:creationId xmlns:a16="http://schemas.microsoft.com/office/drawing/2014/main" id="{99F078F4-EBB4-10A2-D2FA-9DFE7F326CF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167" y="6195419"/>
            <a:ext cx="425285" cy="425285"/>
          </a:xfrm>
          <a:prstGeom prst="rect">
            <a:avLst/>
          </a:prstGeom>
        </p:spPr>
      </p:pic>
      <p:pic>
        <p:nvPicPr>
          <p:cNvPr id="28" name="Immagine 27" descr="Immagine che contiene triangolo, simbolo, linea, stella&#10;&#10;Il contenuto generato dall'IA potrebbe non essere corretto.">
            <a:extLst>
              <a:ext uri="{FF2B5EF4-FFF2-40B4-BE49-F238E27FC236}">
                <a16:creationId xmlns:a16="http://schemas.microsoft.com/office/drawing/2014/main" id="{0A0BC69C-F5DC-4CD4-6858-0464026B0AD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948" y="6460657"/>
            <a:ext cx="277176" cy="277176"/>
          </a:xfrm>
          <a:prstGeom prst="rect">
            <a:avLst/>
          </a:prstGeom>
        </p:spPr>
      </p:pic>
      <p:pic>
        <p:nvPicPr>
          <p:cNvPr id="29" name="Immagine 28" descr="Immagine che contiene simbolo, Elementi grafici, Carattere&#10;&#10;Il contenuto generato dall'IA potrebbe non essere corretto.">
            <a:extLst>
              <a:ext uri="{FF2B5EF4-FFF2-40B4-BE49-F238E27FC236}">
                <a16:creationId xmlns:a16="http://schemas.microsoft.com/office/drawing/2014/main" id="{0E44866E-FDDB-F92E-4B5E-73A25A8CC0C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8431" y="6195418"/>
            <a:ext cx="425287" cy="425287"/>
          </a:xfrm>
          <a:prstGeom prst="rect">
            <a:avLst/>
          </a:prstGeom>
        </p:spPr>
      </p:pic>
      <p:pic>
        <p:nvPicPr>
          <p:cNvPr id="30" name="Immagine 29" descr="Immagine che contiene schermata, Elementi grafici, Carattere, Blu elettrico&#10;&#10;Il contenuto generato dall'IA potrebbe non essere corretto.">
            <a:extLst>
              <a:ext uri="{FF2B5EF4-FFF2-40B4-BE49-F238E27FC236}">
                <a16:creationId xmlns:a16="http://schemas.microsoft.com/office/drawing/2014/main" id="{617DCA29-2EE9-60F6-0FF6-A56F4DDDF44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878" y="6173960"/>
            <a:ext cx="446744" cy="446744"/>
          </a:xfrm>
          <a:prstGeom prst="rect">
            <a:avLst/>
          </a:prstGeom>
        </p:spPr>
      </p:pic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3CDE3805-5410-AE28-6973-B563D9E0ABA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213198" y="2627112"/>
            <a:ext cx="1938100" cy="801888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/>
              </a:gs>
              <a:gs pos="0">
                <a:srgbClr val="8B1AAB"/>
              </a:gs>
              <a:gs pos="100000">
                <a:srgbClr val="BDB4E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5E6532A6-7717-E96D-F627-22239C7B055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59199" y="2840561"/>
            <a:ext cx="983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>
                <a:solidFill>
                  <a:schemeClr val="bg1"/>
                </a:solidFill>
                <a:latin typeface="Abadi" panose="020B0604020104020204" pitchFamily="34" charset="0"/>
              </a:rPr>
              <a:t>Mean</a:t>
            </a:r>
          </a:p>
        </p:txBody>
      </p:sp>
      <p:pic>
        <p:nvPicPr>
          <p:cNvPr id="38" name="Immagine 37" descr="Immagine che contiene schermata, Elementi grafici, design&#10;&#10;Il contenuto generato dall'IA potrebbe non essere corretto.">
            <a:extLst>
              <a:ext uri="{FF2B5EF4-FFF2-40B4-BE49-F238E27FC236}">
                <a16:creationId xmlns:a16="http://schemas.microsoft.com/office/drawing/2014/main" id="{06011B2A-D836-D3E4-1EE3-55D17A2A5D3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6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1823" y="2781441"/>
            <a:ext cx="470804" cy="470804"/>
          </a:xfrm>
          <a:prstGeom prst="rect">
            <a:avLst/>
          </a:prstGeom>
        </p:spPr>
      </p:pic>
      <p:sp>
        <p:nvSpPr>
          <p:cNvPr id="39" name="Rettangolo con angoli arrotondati 38">
            <a:extLst>
              <a:ext uri="{FF2B5EF4-FFF2-40B4-BE49-F238E27FC236}">
                <a16:creationId xmlns:a16="http://schemas.microsoft.com/office/drawing/2014/main" id="{22EF8B35-6A8F-DAAC-3B8E-B3DF4A4301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213198" y="3649377"/>
            <a:ext cx="1938100" cy="801888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/>
              </a:gs>
              <a:gs pos="0">
                <a:srgbClr val="8B1AAB"/>
              </a:gs>
              <a:gs pos="100000">
                <a:srgbClr val="BDB4E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DDB8FF7F-F4C0-900E-F738-D4DEDADB7A6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377354" y="3855660"/>
            <a:ext cx="954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>
                <a:solidFill>
                  <a:schemeClr val="bg1"/>
                </a:solidFill>
                <a:latin typeface="Abadi" panose="020B0604020104020204" pitchFamily="34" charset="0"/>
              </a:rPr>
              <a:t>Entropy</a:t>
            </a:r>
          </a:p>
        </p:txBody>
      </p:sp>
      <p:sp>
        <p:nvSpPr>
          <p:cNvPr id="40" name="Rettangolo con angoli arrotondati 39">
            <a:extLst>
              <a:ext uri="{FF2B5EF4-FFF2-40B4-BE49-F238E27FC236}">
                <a16:creationId xmlns:a16="http://schemas.microsoft.com/office/drawing/2014/main" id="{C49DCFA7-C446-5D41-9E53-F6433D7390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213198" y="4601398"/>
            <a:ext cx="1938100" cy="801888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/>
              </a:gs>
              <a:gs pos="0">
                <a:srgbClr val="8B1AAB"/>
              </a:gs>
              <a:gs pos="100000">
                <a:srgbClr val="BDB4E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9E6803D9-B279-FF7D-0776-FFE126D69C7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59199" y="4794095"/>
            <a:ext cx="954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>
                <a:solidFill>
                  <a:schemeClr val="bg1"/>
                </a:solidFill>
                <a:latin typeface="Abadi" panose="020B0604020104020204" pitchFamily="34" charset="0"/>
              </a:rPr>
              <a:t>Min</a:t>
            </a:r>
          </a:p>
        </p:txBody>
      </p:sp>
      <p:sp>
        <p:nvSpPr>
          <p:cNvPr id="41" name="Rettangolo con angoli arrotondati 40">
            <a:extLst>
              <a:ext uri="{FF2B5EF4-FFF2-40B4-BE49-F238E27FC236}">
                <a16:creationId xmlns:a16="http://schemas.microsoft.com/office/drawing/2014/main" id="{1DFE5674-2DC6-CD94-DE4D-14F6A9C5A0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832350" y="2627112"/>
            <a:ext cx="1992966" cy="801887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8B1AAB"/>
              </a:gs>
              <a:gs pos="0">
                <a:srgbClr val="BDB4E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4FA5064F-3414-6365-2569-6820AA5251F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603531" y="2840819"/>
            <a:ext cx="1032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err="1">
                <a:solidFill>
                  <a:schemeClr val="bg1"/>
                </a:solidFill>
                <a:latin typeface="Abadi" panose="020B0604020104020204" pitchFamily="34" charset="0"/>
              </a:rPr>
              <a:t>Std</a:t>
            </a:r>
            <a:r>
              <a:rPr lang="it-IT">
                <a:solidFill>
                  <a:schemeClr val="bg1"/>
                </a:solidFill>
                <a:latin typeface="Abadi" panose="020B0604020104020204" pitchFamily="34" charset="0"/>
              </a:rPr>
              <a:t> Dev</a:t>
            </a:r>
          </a:p>
        </p:txBody>
      </p:sp>
      <p:sp>
        <p:nvSpPr>
          <p:cNvPr id="42" name="Rettangolo con angoli arrotondati 41">
            <a:extLst>
              <a:ext uri="{FF2B5EF4-FFF2-40B4-BE49-F238E27FC236}">
                <a16:creationId xmlns:a16="http://schemas.microsoft.com/office/drawing/2014/main" id="{0AD5BBAD-11B8-2B81-AA1E-E7A22F4F9D5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832350" y="3632232"/>
            <a:ext cx="1938100" cy="791638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8B1AAB"/>
              </a:gs>
              <a:gs pos="0">
                <a:srgbClr val="BDB4E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9E657F2C-2DB2-5BA4-CE3C-FE39D339D80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590717" y="3834627"/>
            <a:ext cx="1032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err="1">
                <a:solidFill>
                  <a:schemeClr val="bg1"/>
                </a:solidFill>
                <a:latin typeface="Abadi" panose="020B0604020104020204" pitchFamily="34" charset="0"/>
              </a:rPr>
              <a:t>Kurtosis</a:t>
            </a:r>
            <a:endParaRPr lang="it-IT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43" name="Rettangolo con angoli arrotondati 42">
            <a:extLst>
              <a:ext uri="{FF2B5EF4-FFF2-40B4-BE49-F238E27FC236}">
                <a16:creationId xmlns:a16="http://schemas.microsoft.com/office/drawing/2014/main" id="{62DFF99A-60B8-37AC-C095-DBA0E990DC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832350" y="4543762"/>
            <a:ext cx="1938100" cy="801887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8B1AAB"/>
              </a:gs>
              <a:gs pos="0">
                <a:srgbClr val="BDB4E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F534EA0E-FC98-9964-E6B2-073FA317CE3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757165" y="4760039"/>
            <a:ext cx="983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>
                <a:solidFill>
                  <a:schemeClr val="bg1"/>
                </a:solidFill>
                <a:latin typeface="Abadi" panose="020B0604020104020204" pitchFamily="34" charset="0"/>
              </a:rPr>
              <a:t>Max</a:t>
            </a:r>
          </a:p>
        </p:txBody>
      </p:sp>
      <p:pic>
        <p:nvPicPr>
          <p:cNvPr id="44" name="Immagine 43" descr="Immagine che contiene Carattere, Elementi grafici, simbolo, logo&#10;&#10;Il contenuto generato dall'IA potrebbe non essere corretto.">
            <a:extLst>
              <a:ext uri="{FF2B5EF4-FFF2-40B4-BE49-F238E27FC236}">
                <a16:creationId xmlns:a16="http://schemas.microsoft.com/office/drawing/2014/main" id="{CE60BC8C-1E44-408C-C800-06B2525232E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7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1636" y="2750212"/>
            <a:ext cx="529081" cy="529081"/>
          </a:xfrm>
          <a:prstGeom prst="rect">
            <a:avLst/>
          </a:prstGeom>
        </p:spPr>
      </p:pic>
      <p:pic>
        <p:nvPicPr>
          <p:cNvPr id="45" name="Immagine 44" descr="Immagine che contiene Elementi grafici, simbolo, cerchio, arte&#10;&#10;Il contenuto generato dall'IA potrebbe non essere corretto.">
            <a:extLst>
              <a:ext uri="{FF2B5EF4-FFF2-40B4-BE49-F238E27FC236}">
                <a16:creationId xmlns:a16="http://schemas.microsoft.com/office/drawing/2014/main" id="{5FBD1013-51F5-CE56-0742-BB026F0C400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5487" y="3783722"/>
            <a:ext cx="513208" cy="513208"/>
          </a:xfrm>
          <a:prstGeom prst="rect">
            <a:avLst/>
          </a:prstGeom>
        </p:spPr>
      </p:pic>
      <p:pic>
        <p:nvPicPr>
          <p:cNvPr id="46" name="Immagine 45" descr="Immagine che contiene Elementi grafici, cerchio, Carattere, simbolo&#10;&#10;Il contenuto generato dall'IA potrebbe non essere corretto.">
            <a:extLst>
              <a:ext uri="{FF2B5EF4-FFF2-40B4-BE49-F238E27FC236}">
                <a16:creationId xmlns:a16="http://schemas.microsoft.com/office/drawing/2014/main" id="{7791D9C5-3070-E20F-57B8-B43D3263D2F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9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0241" y="3773247"/>
            <a:ext cx="479900" cy="479900"/>
          </a:xfrm>
          <a:prstGeom prst="rect">
            <a:avLst/>
          </a:prstGeom>
        </p:spPr>
      </p:pic>
      <p:pic>
        <p:nvPicPr>
          <p:cNvPr id="47" name="Immagine 46" descr="Immagine che contiene Elementi grafici, schermata, cerchio, Blu elettrico&#10;&#10;Il contenuto generato dall'IA potrebbe non essere corretto.">
            <a:extLst>
              <a:ext uri="{FF2B5EF4-FFF2-40B4-BE49-F238E27FC236}">
                <a16:creationId xmlns:a16="http://schemas.microsoft.com/office/drawing/2014/main" id="{5AE600C9-0F6A-868D-499C-63EE89ECB9C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465488" y="4744726"/>
            <a:ext cx="468069" cy="468069"/>
          </a:xfrm>
          <a:prstGeom prst="rect">
            <a:avLst/>
          </a:prstGeom>
        </p:spPr>
      </p:pic>
      <p:pic>
        <p:nvPicPr>
          <p:cNvPr id="48" name="Immagine 47" descr="Immagine che contiene Elementi grafici, schermata, cerchio, Blu elettrico&#10;&#10;Il contenuto generato dall'IA potrebbe non essere corretto.">
            <a:extLst>
              <a:ext uri="{FF2B5EF4-FFF2-40B4-BE49-F238E27FC236}">
                <a16:creationId xmlns:a16="http://schemas.microsoft.com/office/drawing/2014/main" id="{ADB8374D-E0F4-710B-EFC5-8F035702A19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723" y="4734251"/>
            <a:ext cx="468069" cy="468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4377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40000">
              <a:srgbClr val="EFF0F4"/>
            </a:gs>
            <a:gs pos="0">
              <a:srgbClr val="D3DCEE"/>
            </a:gs>
            <a:gs pos="100000">
              <a:srgbClr val="D3DCEE"/>
            </a:gs>
          </a:gsLst>
          <a:lin ang="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1568CA-30E4-DC06-D52F-5718EE19E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7DEE2A86-F767-22E0-07B6-B6112BF741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208596" cy="6858000"/>
          </a:xfrm>
          <a:prstGeom prst="roundRect">
            <a:avLst>
              <a:gd name="adj" fmla="val 0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75BD7C91-49DB-6E52-0BBE-1DD2D6F9AEF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42132" y="373865"/>
            <a:ext cx="90716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600" b="1">
                <a:solidFill>
                  <a:srgbClr val="00255E"/>
                </a:solidFill>
                <a:latin typeface="Abadi" panose="020B0604020104020204" pitchFamily="34" charset="0"/>
              </a:rPr>
              <a:t>Machine learning Model</a:t>
            </a:r>
          </a:p>
        </p:txBody>
      </p:sp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ACA99276-E614-85CB-0233-F3548367D83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55921" y="185195"/>
            <a:ext cx="896556" cy="896556"/>
          </a:xfrm>
          <a:prstGeom prst="rect">
            <a:avLst/>
          </a:prstGeom>
        </p:spPr>
      </p:pic>
      <p:pic>
        <p:nvPicPr>
          <p:cNvPr id="5" name="Immagine 4" descr="Immagine che contiene simbolo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BFA03EBE-3E3B-0A03-AE93-13489A79521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901" y="373864"/>
            <a:ext cx="646331" cy="646331"/>
          </a:xfrm>
          <a:prstGeom prst="rect">
            <a:avLst/>
          </a:prstGeom>
        </p:spPr>
      </p:pic>
      <p:sp>
        <p:nvSpPr>
          <p:cNvPr id="22" name="Freccia a pentagono 21">
            <a:extLst>
              <a:ext uri="{FF2B5EF4-FFF2-40B4-BE49-F238E27FC236}">
                <a16:creationId xmlns:a16="http://schemas.microsoft.com/office/drawing/2014/main" id="{A53052DA-B3D3-89CA-3B03-389122C7FAB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87316" y="3415219"/>
            <a:ext cx="1620302" cy="400610"/>
          </a:xfrm>
          <a:prstGeom prst="homePlate">
            <a:avLst/>
          </a:prstGeom>
          <a:solidFill>
            <a:srgbClr val="A59EE1"/>
          </a:solidFill>
          <a:ln>
            <a:solidFill>
              <a:srgbClr val="A59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cxnSp>
        <p:nvCxnSpPr>
          <p:cNvPr id="23" name="Connettore diritto 22">
            <a:extLst>
              <a:ext uri="{FF2B5EF4-FFF2-40B4-BE49-F238E27FC236}">
                <a16:creationId xmlns:a16="http://schemas.microsoft.com/office/drawing/2014/main" id="{9EFB8284-FF3C-CEF6-DB51-B6E97F8A714A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398372" y="2438400"/>
            <a:ext cx="0" cy="1071476"/>
          </a:xfrm>
          <a:prstGeom prst="line">
            <a:avLst/>
          </a:prstGeom>
          <a:ln w="57150">
            <a:solidFill>
              <a:srgbClr val="A59E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onnettore 25">
            <a:extLst>
              <a:ext uri="{FF2B5EF4-FFF2-40B4-BE49-F238E27FC236}">
                <a16:creationId xmlns:a16="http://schemas.microsoft.com/office/drawing/2014/main" id="{EAD1A0DA-DD61-7DBF-9109-DDD4AACC2B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95250" y="1902947"/>
            <a:ext cx="806245" cy="803171"/>
          </a:xfrm>
          <a:prstGeom prst="flowChartConnector">
            <a:avLst/>
          </a:prstGeom>
          <a:solidFill>
            <a:srgbClr val="A59EE1"/>
          </a:solidFill>
          <a:ln>
            <a:solidFill>
              <a:srgbClr val="A59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Freccia a gallone 27">
            <a:extLst>
              <a:ext uri="{FF2B5EF4-FFF2-40B4-BE49-F238E27FC236}">
                <a16:creationId xmlns:a16="http://schemas.microsoft.com/office/drawing/2014/main" id="{C6172AEA-A320-4C31-2C97-D1335025EA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776126" y="3408949"/>
            <a:ext cx="1619220" cy="400610"/>
          </a:xfrm>
          <a:prstGeom prst="chevron">
            <a:avLst/>
          </a:prstGeom>
          <a:solidFill>
            <a:srgbClr val="A59EE1"/>
          </a:solidFill>
          <a:ln>
            <a:solidFill>
              <a:srgbClr val="A59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cxnSp>
        <p:nvCxnSpPr>
          <p:cNvPr id="29" name="Connettore diritto 28">
            <a:extLst>
              <a:ext uri="{FF2B5EF4-FFF2-40B4-BE49-F238E27FC236}">
                <a16:creationId xmlns:a16="http://schemas.microsoft.com/office/drawing/2014/main" id="{F27EBD62-8868-2AA5-CA06-1F01C010D081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3566049" y="3780964"/>
            <a:ext cx="3997" cy="779328"/>
          </a:xfrm>
          <a:prstGeom prst="line">
            <a:avLst/>
          </a:prstGeom>
          <a:ln w="57150">
            <a:solidFill>
              <a:srgbClr val="A59E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uppo 31">
            <a:extLst>
              <a:ext uri="{FF2B5EF4-FFF2-40B4-BE49-F238E27FC236}">
                <a16:creationId xmlns:a16="http://schemas.microsoft.com/office/drawing/2014/main" id="{00D70B7F-7140-AFF0-F5C5-2D9C5BAB09C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62926" y="4417760"/>
            <a:ext cx="806245" cy="803171"/>
            <a:chOff x="2005781" y="4643902"/>
            <a:chExt cx="806245" cy="803171"/>
          </a:xfrm>
        </p:grpSpPr>
        <p:sp>
          <p:nvSpPr>
            <p:cNvPr id="30" name="Connettore 29">
              <a:extLst>
                <a:ext uri="{FF2B5EF4-FFF2-40B4-BE49-F238E27FC236}">
                  <a16:creationId xmlns:a16="http://schemas.microsoft.com/office/drawing/2014/main" id="{19E125DD-AD01-9D15-F80C-5C41109B167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05781" y="4643902"/>
              <a:ext cx="806245" cy="803171"/>
            </a:xfrm>
            <a:prstGeom prst="flowChartConnector">
              <a:avLst/>
            </a:prstGeom>
            <a:solidFill>
              <a:srgbClr val="A59EE1"/>
            </a:solidFill>
            <a:ln>
              <a:solidFill>
                <a:srgbClr val="A59E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1" name="Immagine 30" descr="Immagine che contiene Elementi grafici, cerchio, creatività, design&#10;&#10;Il contenuto generato dall'IA potrebbe non essere corretto.">
              <a:extLst>
                <a:ext uri="{FF2B5EF4-FFF2-40B4-BE49-F238E27FC236}">
                  <a16:creationId xmlns:a16="http://schemas.microsoft.com/office/drawing/2014/main" id="{244D97FC-2CDE-F48F-EABC-0839020B7005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10163" y="4746747"/>
              <a:ext cx="597480" cy="597480"/>
            </a:xfrm>
            <a:prstGeom prst="rect">
              <a:avLst/>
            </a:prstGeom>
          </p:spPr>
        </p:pic>
      </p:grpSp>
      <p:pic>
        <p:nvPicPr>
          <p:cNvPr id="34" name="Immagine 33" descr="Immagine che contiene cerchio&#10;&#10;Il contenuto generato dall'IA potrebbe non essere corretto.">
            <a:extLst>
              <a:ext uri="{FF2B5EF4-FFF2-40B4-BE49-F238E27FC236}">
                <a16:creationId xmlns:a16="http://schemas.microsoft.com/office/drawing/2014/main" id="{E0273D3A-4C45-1F4A-18BD-A068CFD17F6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897" y="2031419"/>
            <a:ext cx="556949" cy="556949"/>
          </a:xfrm>
          <a:prstGeom prst="rect">
            <a:avLst/>
          </a:prstGeom>
        </p:spPr>
      </p:pic>
      <p:sp>
        <p:nvSpPr>
          <p:cNvPr id="35" name="Freccia a gallone 34">
            <a:extLst>
              <a:ext uri="{FF2B5EF4-FFF2-40B4-BE49-F238E27FC236}">
                <a16:creationId xmlns:a16="http://schemas.microsoft.com/office/drawing/2014/main" id="{5F0D67A4-5901-EA57-E69B-59212685CFA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63854" y="3380354"/>
            <a:ext cx="1615223" cy="429206"/>
          </a:xfrm>
          <a:prstGeom prst="chevron">
            <a:avLst/>
          </a:prstGeom>
          <a:solidFill>
            <a:srgbClr val="A59EE1"/>
          </a:solidFill>
          <a:ln>
            <a:solidFill>
              <a:srgbClr val="A59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cxnSp>
        <p:nvCxnSpPr>
          <p:cNvPr id="36" name="Connettore diritto 35">
            <a:extLst>
              <a:ext uri="{FF2B5EF4-FFF2-40B4-BE49-F238E27FC236}">
                <a16:creationId xmlns:a16="http://schemas.microsoft.com/office/drawing/2014/main" id="{00A87D6C-5CB6-34C5-5E8A-0E512C59BB8D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5632774" y="1720645"/>
            <a:ext cx="0" cy="1765878"/>
          </a:xfrm>
          <a:prstGeom prst="line">
            <a:avLst/>
          </a:prstGeom>
          <a:ln w="57150">
            <a:solidFill>
              <a:srgbClr val="A59E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uppo 37">
            <a:extLst>
              <a:ext uri="{FF2B5EF4-FFF2-40B4-BE49-F238E27FC236}">
                <a16:creationId xmlns:a16="http://schemas.microsoft.com/office/drawing/2014/main" id="{4F1D9AE4-6AE4-47CC-0790-2DE7A461047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5229651" y="1485803"/>
            <a:ext cx="806245" cy="803171"/>
            <a:chOff x="2005781" y="4643902"/>
            <a:chExt cx="806245" cy="803171"/>
          </a:xfrm>
        </p:grpSpPr>
        <p:sp>
          <p:nvSpPr>
            <p:cNvPr id="39" name="Connettore 38">
              <a:extLst>
                <a:ext uri="{FF2B5EF4-FFF2-40B4-BE49-F238E27FC236}">
                  <a16:creationId xmlns:a16="http://schemas.microsoft.com/office/drawing/2014/main" id="{D38501ED-BB1F-0753-6EC5-606AA739928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05781" y="4643902"/>
              <a:ext cx="806245" cy="803171"/>
            </a:xfrm>
            <a:prstGeom prst="flowChartConnector">
              <a:avLst/>
            </a:prstGeom>
            <a:solidFill>
              <a:srgbClr val="A59EE1"/>
            </a:solidFill>
            <a:ln>
              <a:solidFill>
                <a:srgbClr val="A59E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0" name="Immagine 39" descr="Immagine che contiene disegno, cartone animato, clipart, arte&#10;&#10;Il contenuto generato dall'IA potrebbe non essere corretto.">
              <a:extLst>
                <a:ext uri="{FF2B5EF4-FFF2-40B4-BE49-F238E27FC236}">
                  <a16:creationId xmlns:a16="http://schemas.microsoft.com/office/drawing/2014/main" id="{1E931704-681E-DDF0-31D2-E1AB569B5DB8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63097" y="4804419"/>
              <a:ext cx="445991" cy="445991"/>
            </a:xfrm>
            <a:prstGeom prst="rect">
              <a:avLst/>
            </a:prstGeom>
          </p:spPr>
        </p:pic>
      </p:grpSp>
      <p:sp>
        <p:nvSpPr>
          <p:cNvPr id="41" name="Freccia a gallone 40">
            <a:extLst>
              <a:ext uri="{FF2B5EF4-FFF2-40B4-BE49-F238E27FC236}">
                <a16:creationId xmlns:a16="http://schemas.microsoft.com/office/drawing/2014/main" id="{6ADBE490-046E-8023-6234-409F055D76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47585" y="3366988"/>
            <a:ext cx="1615223" cy="429206"/>
          </a:xfrm>
          <a:prstGeom prst="chevron">
            <a:avLst/>
          </a:prstGeom>
          <a:solidFill>
            <a:srgbClr val="A59EE1"/>
          </a:solidFill>
          <a:ln>
            <a:solidFill>
              <a:srgbClr val="A59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cxnSp>
        <p:nvCxnSpPr>
          <p:cNvPr id="42" name="Connettore diritto 41">
            <a:extLst>
              <a:ext uri="{FF2B5EF4-FFF2-40B4-BE49-F238E27FC236}">
                <a16:creationId xmlns:a16="http://schemas.microsoft.com/office/drawing/2014/main" id="{9F3CD24D-5174-E4D7-AA2A-F9F9FD0AD897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743327" y="3809559"/>
            <a:ext cx="3997" cy="779328"/>
          </a:xfrm>
          <a:prstGeom prst="line">
            <a:avLst/>
          </a:prstGeom>
          <a:ln w="57150">
            <a:solidFill>
              <a:srgbClr val="A59E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onnettore 42">
            <a:extLst>
              <a:ext uri="{FF2B5EF4-FFF2-40B4-BE49-F238E27FC236}">
                <a16:creationId xmlns:a16="http://schemas.microsoft.com/office/drawing/2014/main" id="{B04D6F98-B124-922B-A484-96DE48D2321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351100" y="4393116"/>
            <a:ext cx="806245" cy="803171"/>
          </a:xfrm>
          <a:prstGeom prst="flowChartConnector">
            <a:avLst/>
          </a:prstGeom>
          <a:solidFill>
            <a:srgbClr val="A59EE1"/>
          </a:solidFill>
          <a:ln>
            <a:solidFill>
              <a:srgbClr val="A59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4" name="Immagine 43" descr="Immagine che contiene schermata, Elementi grafici, simbolo, clipart&#10;&#10;Il contenuto generato dall'IA potrebbe non essere corretto.">
            <a:extLst>
              <a:ext uri="{FF2B5EF4-FFF2-40B4-BE49-F238E27FC236}">
                <a16:creationId xmlns:a16="http://schemas.microsoft.com/office/drawing/2014/main" id="{8DAFDCD1-A8AC-5E1A-89FC-9C445A5D2BC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837" y="4471316"/>
            <a:ext cx="646769" cy="646769"/>
          </a:xfrm>
          <a:prstGeom prst="rect">
            <a:avLst/>
          </a:prstGeom>
        </p:spPr>
      </p:pic>
      <p:sp>
        <p:nvSpPr>
          <p:cNvPr id="45" name="Freccia a gallone 44">
            <a:extLst>
              <a:ext uri="{FF2B5EF4-FFF2-40B4-BE49-F238E27FC236}">
                <a16:creationId xmlns:a16="http://schemas.microsoft.com/office/drawing/2014/main" id="{D37834DF-85A7-EF4D-4329-63B9B5AE73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031316" y="3380354"/>
            <a:ext cx="1615223" cy="429205"/>
          </a:xfrm>
          <a:prstGeom prst="chevron">
            <a:avLst/>
          </a:prstGeom>
          <a:solidFill>
            <a:srgbClr val="A59EE1"/>
          </a:solidFill>
          <a:ln>
            <a:solidFill>
              <a:srgbClr val="A59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cxnSp>
        <p:nvCxnSpPr>
          <p:cNvPr id="46" name="Connettore diritto 45">
            <a:extLst>
              <a:ext uri="{FF2B5EF4-FFF2-40B4-BE49-F238E27FC236}">
                <a16:creationId xmlns:a16="http://schemas.microsoft.com/office/drawing/2014/main" id="{A7C389FC-AB43-4A85-8C87-0A06A242168E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9794955" y="2136572"/>
            <a:ext cx="0" cy="1292428"/>
          </a:xfrm>
          <a:prstGeom prst="line">
            <a:avLst/>
          </a:prstGeom>
          <a:ln w="57150">
            <a:solidFill>
              <a:srgbClr val="A59E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onnettore 46">
            <a:extLst>
              <a:ext uri="{FF2B5EF4-FFF2-40B4-BE49-F238E27FC236}">
                <a16:creationId xmlns:a16="http://schemas.microsoft.com/office/drawing/2014/main" id="{879EDF56-AEA9-6BB9-0404-A4634AAC1D9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91832" y="1629832"/>
            <a:ext cx="806245" cy="803171"/>
          </a:xfrm>
          <a:prstGeom prst="flowChartConnector">
            <a:avLst/>
          </a:prstGeom>
          <a:solidFill>
            <a:srgbClr val="A59EE1"/>
          </a:solidFill>
          <a:ln>
            <a:solidFill>
              <a:srgbClr val="A59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8" name="Immagine 47" descr="Immagine che contiene Elementi grafici, clipart, cartone animato, disegno&#10;&#10;Il contenuto generato dall'IA potrebbe non essere corretto.">
            <a:extLst>
              <a:ext uri="{FF2B5EF4-FFF2-40B4-BE49-F238E27FC236}">
                <a16:creationId xmlns:a16="http://schemas.microsoft.com/office/drawing/2014/main" id="{C58E9443-07A6-8BEB-C318-A226B7B28BE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0590" y="1708032"/>
            <a:ext cx="646769" cy="646769"/>
          </a:xfrm>
          <a:prstGeom prst="rect">
            <a:avLst/>
          </a:prstGeom>
        </p:spPr>
      </p:pic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31D9EE34-B935-EC36-7DCE-4D2F2F6949F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01493" y="1871239"/>
            <a:ext cx="2270658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>
                <a:solidFill>
                  <a:srgbClr val="00255E"/>
                </a:solidFill>
                <a:latin typeface="Abadi" panose="020B0604020104020204" pitchFamily="34" charset="0"/>
              </a:rPr>
              <a:t>Models Location</a:t>
            </a:r>
          </a:p>
          <a:p>
            <a:r>
              <a:rPr lang="it-IT" sz="1600">
                <a:solidFill>
                  <a:srgbClr val="00255E"/>
                </a:solidFill>
                <a:latin typeface="Abadi" panose="020B0604020104020204" pitchFamily="34" charset="0"/>
              </a:rPr>
              <a:t>Models are </a:t>
            </a:r>
            <a:r>
              <a:rPr lang="it-IT" sz="1600" err="1">
                <a:solidFill>
                  <a:srgbClr val="00255E"/>
                </a:solidFill>
                <a:latin typeface="Abadi" panose="020B0604020104020204" pitchFamily="34" charset="0"/>
              </a:rPr>
              <a:t>stored</a:t>
            </a:r>
            <a:r>
              <a:rPr lang="it-IT" sz="1600">
                <a:solidFill>
                  <a:srgbClr val="00255E"/>
                </a:solidFill>
                <a:latin typeface="Abadi" panose="020B0604020104020204" pitchFamily="34" charset="0"/>
              </a:rPr>
              <a:t> in the </a:t>
            </a:r>
            <a:r>
              <a:rPr lang="it-IT" sz="1600" i="1">
                <a:solidFill>
                  <a:srgbClr val="00255E"/>
                </a:solidFill>
                <a:latin typeface="Abadi" panose="020B0604020104020204" pitchFamily="34" charset="0"/>
              </a:rPr>
              <a:t>assets/ </a:t>
            </a:r>
            <a:r>
              <a:rPr lang="it-IT" sz="1600">
                <a:solidFill>
                  <a:srgbClr val="00255E"/>
                </a:solidFill>
                <a:latin typeface="Abadi" panose="020B0604020104020204" pitchFamily="34" charset="0"/>
              </a:rPr>
              <a:t>folder</a:t>
            </a:r>
          </a:p>
          <a:p>
            <a:endParaRPr lang="it-IT" b="1">
              <a:solidFill>
                <a:srgbClr val="00255E"/>
              </a:solidFill>
            </a:endParaRPr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C390E16E-39BD-C171-D0EB-ED20B0BD25A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072151" y="4393116"/>
            <a:ext cx="193576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>
                <a:solidFill>
                  <a:srgbClr val="00255E"/>
                </a:solidFill>
                <a:latin typeface="Abadi" panose="020B0604020104020204" pitchFamily="34" charset="0"/>
              </a:rPr>
              <a:t>Interpreter</a:t>
            </a:r>
          </a:p>
          <a:p>
            <a:r>
              <a:rPr lang="it-IT" sz="1600" err="1">
                <a:solidFill>
                  <a:srgbClr val="00255E"/>
                </a:solidFill>
                <a:latin typeface="Abadi" panose="020B0604020104020204" pitchFamily="34" charset="0"/>
              </a:rPr>
              <a:t>Loaded</a:t>
            </a:r>
            <a:r>
              <a:rPr lang="it-IT" sz="1600">
                <a:solidFill>
                  <a:srgbClr val="00255E"/>
                </a:solidFill>
                <a:latin typeface="Abadi" panose="020B0604020104020204" pitchFamily="34" charset="0"/>
              </a:rPr>
              <a:t> </a:t>
            </a:r>
            <a:r>
              <a:rPr lang="it-IT" sz="1600" err="1">
                <a:solidFill>
                  <a:srgbClr val="00255E"/>
                </a:solidFill>
                <a:latin typeface="Abadi" panose="020B0604020104020204" pitchFamily="34" charset="0"/>
              </a:rPr>
              <a:t>using</a:t>
            </a:r>
            <a:r>
              <a:rPr lang="it-IT" sz="1600">
                <a:solidFill>
                  <a:srgbClr val="00255E"/>
                </a:solidFill>
                <a:latin typeface="Abadi" panose="020B0604020104020204" pitchFamily="34" charset="0"/>
              </a:rPr>
              <a:t> </a:t>
            </a:r>
            <a:r>
              <a:rPr lang="it-IT" sz="1600" err="1">
                <a:solidFill>
                  <a:srgbClr val="00255E"/>
                </a:solidFill>
                <a:latin typeface="Abadi" panose="020B0604020104020204" pitchFamily="34" charset="0"/>
              </a:rPr>
              <a:t>TensorFlow</a:t>
            </a:r>
            <a:r>
              <a:rPr lang="it-IT" sz="1600">
                <a:solidFill>
                  <a:srgbClr val="00255E"/>
                </a:solidFill>
                <a:latin typeface="Abadi" panose="020B0604020104020204" pitchFamily="34" charset="0"/>
              </a:rPr>
              <a:t> </a:t>
            </a:r>
            <a:r>
              <a:rPr lang="it-IT" sz="1600" err="1">
                <a:solidFill>
                  <a:srgbClr val="00255E"/>
                </a:solidFill>
                <a:latin typeface="Abadi" panose="020B0604020104020204" pitchFamily="34" charset="0"/>
              </a:rPr>
              <a:t>Lite’s</a:t>
            </a:r>
            <a:r>
              <a:rPr lang="it-IT" sz="1600">
                <a:solidFill>
                  <a:srgbClr val="00255E"/>
                </a:solidFill>
                <a:latin typeface="Abadi" panose="020B0604020104020204" pitchFamily="34" charset="0"/>
              </a:rPr>
              <a:t> </a:t>
            </a:r>
            <a:r>
              <a:rPr lang="it-IT" sz="1600" i="1">
                <a:solidFill>
                  <a:srgbClr val="00255E"/>
                </a:solidFill>
                <a:latin typeface="Abadi" panose="020B0604020104020204" pitchFamily="34" charset="0"/>
              </a:rPr>
              <a:t>Interpreter API</a:t>
            </a:r>
            <a:endParaRPr lang="it-IT" sz="1600">
              <a:solidFill>
                <a:srgbClr val="00255E"/>
              </a:solidFill>
              <a:latin typeface="Abadi" panose="020B0604020104020204" pitchFamily="34" charset="0"/>
            </a:endParaRPr>
          </a:p>
        </p:txBody>
      </p:sp>
      <p:sp>
        <p:nvSpPr>
          <p:cNvPr id="53" name="CasellaDiTesto 52">
            <a:extLst>
              <a:ext uri="{FF2B5EF4-FFF2-40B4-BE49-F238E27FC236}">
                <a16:creationId xmlns:a16="http://schemas.microsoft.com/office/drawing/2014/main" id="{DB36BD92-9467-08F4-7AED-3657FE1256B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096000" y="1456501"/>
            <a:ext cx="244424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err="1">
                <a:solidFill>
                  <a:srgbClr val="00255E"/>
                </a:solidFill>
                <a:latin typeface="Abadi" panose="020B0604020104020204" pitchFamily="34" charset="0"/>
              </a:rPr>
              <a:t>Inference</a:t>
            </a:r>
            <a:r>
              <a:rPr lang="it-IT" b="1">
                <a:solidFill>
                  <a:srgbClr val="00255E"/>
                </a:solidFill>
                <a:latin typeface="Abadi" panose="020B0604020104020204" pitchFamily="34" charset="0"/>
              </a:rPr>
              <a:t> </a:t>
            </a:r>
            <a:r>
              <a:rPr lang="it-IT" b="1" err="1">
                <a:solidFill>
                  <a:srgbClr val="00255E"/>
                </a:solidFill>
                <a:latin typeface="Abadi" panose="020B0604020104020204" pitchFamily="34" charset="0"/>
              </a:rPr>
              <a:t>Process</a:t>
            </a:r>
            <a:endParaRPr lang="it-IT" b="1">
              <a:solidFill>
                <a:srgbClr val="00255E"/>
              </a:solidFill>
              <a:latin typeface="Abadi" panose="020B0604020104020204" pitchFamily="34" charset="0"/>
            </a:endParaRPr>
          </a:p>
          <a:p>
            <a:r>
              <a:rPr lang="it-IT" sz="1600" err="1">
                <a:solidFill>
                  <a:srgbClr val="00255E"/>
                </a:solidFill>
                <a:latin typeface="Abadi" panose="020B0604020104020204" pitchFamily="34" charset="0"/>
              </a:rPr>
              <a:t>Capture</a:t>
            </a:r>
            <a:r>
              <a:rPr lang="it-IT" sz="1600">
                <a:solidFill>
                  <a:srgbClr val="00255E"/>
                </a:solidFill>
                <a:latin typeface="Abadi" panose="020B0604020104020204" pitchFamily="34" charset="0"/>
              </a:rPr>
              <a:t> 48-dimensional EEG feature </a:t>
            </a:r>
            <a:r>
              <a:rPr lang="it-IT" sz="1600" err="1">
                <a:solidFill>
                  <a:srgbClr val="00255E"/>
                </a:solidFill>
                <a:latin typeface="Abadi" panose="020B0604020104020204" pitchFamily="34" charset="0"/>
              </a:rPr>
              <a:t>vector</a:t>
            </a:r>
            <a:endParaRPr lang="it-IT" sz="1600">
              <a:solidFill>
                <a:srgbClr val="00255E"/>
              </a:solidFill>
              <a:latin typeface="Abadi" panose="020B0604020104020204" pitchFamily="34" charset="0"/>
            </a:endParaRPr>
          </a:p>
        </p:txBody>
      </p:sp>
      <p:sp>
        <p:nvSpPr>
          <p:cNvPr id="54" name="CasellaDiTesto 53">
            <a:extLst>
              <a:ext uri="{FF2B5EF4-FFF2-40B4-BE49-F238E27FC236}">
                <a16:creationId xmlns:a16="http://schemas.microsoft.com/office/drawing/2014/main" id="{4D73F928-784E-E71F-2C20-2ED74AEC1E4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287473" y="4388240"/>
            <a:ext cx="203714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>
                <a:solidFill>
                  <a:srgbClr val="00255E"/>
                </a:solidFill>
                <a:latin typeface="Abadi" panose="020B0604020104020204" pitchFamily="34" charset="0"/>
              </a:rPr>
              <a:t>Model </a:t>
            </a:r>
            <a:r>
              <a:rPr lang="it-IT" b="1" err="1">
                <a:solidFill>
                  <a:srgbClr val="00255E"/>
                </a:solidFill>
                <a:latin typeface="Abadi" panose="020B0604020104020204" pitchFamily="34" charset="0"/>
              </a:rPr>
              <a:t>Selection</a:t>
            </a:r>
            <a:endParaRPr lang="it-IT" b="1">
              <a:solidFill>
                <a:srgbClr val="00255E"/>
              </a:solidFill>
              <a:latin typeface="Abadi" panose="020B0604020104020204" pitchFamily="34" charset="0"/>
            </a:endParaRPr>
          </a:p>
          <a:p>
            <a:r>
              <a:rPr lang="it-IT" sz="1600" err="1">
                <a:solidFill>
                  <a:srgbClr val="00255E"/>
                </a:solidFill>
                <a:latin typeface="Abadi" panose="020B0604020104020204" pitchFamily="34" charset="0"/>
              </a:rPr>
              <a:t>Run</a:t>
            </a:r>
            <a:r>
              <a:rPr lang="it-IT" sz="1600">
                <a:solidFill>
                  <a:srgbClr val="00255E"/>
                </a:solidFill>
                <a:latin typeface="Abadi" panose="020B0604020104020204" pitchFamily="34" charset="0"/>
              </a:rPr>
              <a:t> </a:t>
            </a:r>
            <a:r>
              <a:rPr lang="it-IT" sz="1600" err="1">
                <a:solidFill>
                  <a:srgbClr val="00255E"/>
                </a:solidFill>
                <a:latin typeface="Abadi" panose="020B0604020104020204" pitchFamily="34" charset="0"/>
              </a:rPr>
              <a:t>inference</a:t>
            </a:r>
            <a:r>
              <a:rPr lang="it-IT" sz="1600">
                <a:solidFill>
                  <a:srgbClr val="00255E"/>
                </a:solidFill>
                <a:latin typeface="Abadi" panose="020B0604020104020204" pitchFamily="34" charset="0"/>
              </a:rPr>
              <a:t> on </a:t>
            </a:r>
            <a:r>
              <a:rPr lang="it-IT" sz="1600" err="1">
                <a:solidFill>
                  <a:srgbClr val="00255E"/>
                </a:solidFill>
                <a:latin typeface="Abadi" panose="020B0604020104020204" pitchFamily="34" charset="0"/>
              </a:rPr>
              <a:t>selected</a:t>
            </a:r>
            <a:r>
              <a:rPr lang="it-IT" sz="1600">
                <a:solidFill>
                  <a:srgbClr val="00255E"/>
                </a:solidFill>
                <a:latin typeface="Abadi" panose="020B0604020104020204" pitchFamily="34" charset="0"/>
              </a:rPr>
              <a:t> </a:t>
            </a:r>
            <a:r>
              <a:rPr lang="it-IT" sz="1600" err="1">
                <a:solidFill>
                  <a:srgbClr val="00255E"/>
                </a:solidFill>
                <a:latin typeface="Abadi" panose="020B0604020104020204" pitchFamily="34" charset="0"/>
              </a:rPr>
              <a:t>TFLite</a:t>
            </a:r>
            <a:r>
              <a:rPr lang="it-IT" sz="1600">
                <a:solidFill>
                  <a:srgbClr val="00255E"/>
                </a:solidFill>
                <a:latin typeface="Abadi" panose="020B0604020104020204" pitchFamily="34" charset="0"/>
              </a:rPr>
              <a:t> model</a:t>
            </a:r>
          </a:p>
        </p:txBody>
      </p:sp>
      <p:sp>
        <p:nvSpPr>
          <p:cNvPr id="55" name="CasellaDiTesto 54">
            <a:extLst>
              <a:ext uri="{FF2B5EF4-FFF2-40B4-BE49-F238E27FC236}">
                <a16:creationId xmlns:a16="http://schemas.microsoft.com/office/drawing/2014/main" id="{D12DA975-8EB1-46F2-3D49-1623989853E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185870" y="1627423"/>
            <a:ext cx="19460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err="1">
                <a:solidFill>
                  <a:srgbClr val="00255E"/>
                </a:solidFill>
                <a:latin typeface="Abadi" panose="020B0604020104020204" pitchFamily="34" charset="0"/>
              </a:rPr>
              <a:t>Prediction</a:t>
            </a:r>
          </a:p>
          <a:p>
            <a:r>
              <a:rPr lang="it-IT" sz="1600" err="1">
                <a:solidFill>
                  <a:srgbClr val="00255E"/>
                </a:solidFill>
                <a:latin typeface="Abadi" panose="020B0604020104020204" pitchFamily="34" charset="0"/>
              </a:rPr>
              <a:t>Receive</a:t>
            </a:r>
            <a:r>
              <a:rPr lang="it-IT" sz="1600">
                <a:solidFill>
                  <a:srgbClr val="00255E"/>
                </a:solidFill>
                <a:latin typeface="Abadi" panose="020B0604020104020204" pitchFamily="34" charset="0"/>
              </a:rPr>
              <a:t> </a:t>
            </a:r>
            <a:r>
              <a:rPr lang="it-IT" sz="1600" err="1">
                <a:solidFill>
                  <a:srgbClr val="00255E"/>
                </a:solidFill>
                <a:latin typeface="Abadi" panose="020B0604020104020204" pitchFamily="34" charset="0"/>
              </a:rPr>
              <a:t>prediction</a:t>
            </a:r>
            <a:r>
              <a:rPr lang="it-IT" sz="1600">
                <a:solidFill>
                  <a:srgbClr val="00255E"/>
                </a:solidFill>
                <a:latin typeface="Abadi" panose="020B0604020104020204" pitchFamily="34" charset="0"/>
              </a:rPr>
              <a:t> (Valence: </a:t>
            </a:r>
            <a:r>
              <a:rPr lang="it-IT" sz="1600" err="1">
                <a:solidFill>
                  <a:srgbClr val="00255E"/>
                </a:solidFill>
                <a:latin typeface="Abadi" panose="020B0604020104020204" pitchFamily="34" charset="0"/>
              </a:rPr>
              <a:t>Piece</a:t>
            </a:r>
            <a:r>
              <a:rPr lang="it-IT" sz="1600">
                <a:solidFill>
                  <a:srgbClr val="00255E"/>
                </a:solidFill>
                <a:latin typeface="Abadi" panose="020B0604020104020204" pitchFamily="34" charset="0"/>
              </a:rPr>
              <a:t>/Special)</a:t>
            </a:r>
          </a:p>
        </p:txBody>
      </p:sp>
      <p:pic>
        <p:nvPicPr>
          <p:cNvPr id="2" name="Immagine 1" descr="Immagine che contiene Elementi grafici, schermata, simbolo, Carattere&#10;&#10;Il contenuto generato dall'IA potrebbe non essere corretto.">
            <a:extLst>
              <a:ext uri="{FF2B5EF4-FFF2-40B4-BE49-F238E27FC236}">
                <a16:creationId xmlns:a16="http://schemas.microsoft.com/office/drawing/2014/main" id="{8E194AC4-4A9F-ACC3-7954-DAD54991B41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853" y="6173960"/>
            <a:ext cx="425285" cy="425285"/>
          </a:xfrm>
          <a:prstGeom prst="rect">
            <a:avLst/>
          </a:prstGeom>
        </p:spPr>
      </p:pic>
      <p:pic>
        <p:nvPicPr>
          <p:cNvPr id="6" name="Immagine 5" descr="Immagine che contiene simbolo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9A780D6C-115F-DFD0-5ADD-55E7258E396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3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3793" y="6195418"/>
            <a:ext cx="425286" cy="425286"/>
          </a:xfrm>
          <a:prstGeom prst="rect">
            <a:avLst/>
          </a:prstGeom>
        </p:spPr>
      </p:pic>
      <p:pic>
        <p:nvPicPr>
          <p:cNvPr id="8" name="Immagine 7" descr="Immagine che contiene simbolo, Elementi grafici, arte, design&#10;&#10;Il contenuto generato dall'IA potrebbe non essere corretto.">
            <a:extLst>
              <a:ext uri="{FF2B5EF4-FFF2-40B4-BE49-F238E27FC236}">
                <a16:creationId xmlns:a16="http://schemas.microsoft.com/office/drawing/2014/main" id="{39A71D61-9399-0112-D381-980DA6847BB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6653" y="6195418"/>
            <a:ext cx="425286" cy="425286"/>
          </a:xfrm>
          <a:prstGeom prst="rect">
            <a:avLst/>
          </a:prstGeom>
        </p:spPr>
      </p:pic>
      <p:pic>
        <p:nvPicPr>
          <p:cNvPr id="9" name="Immagine 8" descr="Immagine che contiene Elementi grafici, grafica, simbolo, Carattere&#10;&#10;Il contenuto generato dall'IA potrebbe non essere corretto.">
            <a:extLst>
              <a:ext uri="{FF2B5EF4-FFF2-40B4-BE49-F238E27FC236}">
                <a16:creationId xmlns:a16="http://schemas.microsoft.com/office/drawing/2014/main" id="{72728558-621E-FA25-C47B-FD492001A61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0137" y="6201694"/>
            <a:ext cx="425286" cy="425286"/>
          </a:xfrm>
          <a:prstGeom prst="rect">
            <a:avLst/>
          </a:prstGeom>
        </p:spPr>
      </p:pic>
      <p:pic>
        <p:nvPicPr>
          <p:cNvPr id="10" name="Immagine 9" descr="Immagine che contiene schermata, Blu elettrico, simbolo, numero&#10;&#10;Il contenuto generato dall'IA potrebbe non essere corretto.">
            <a:extLst>
              <a:ext uri="{FF2B5EF4-FFF2-40B4-BE49-F238E27FC236}">
                <a16:creationId xmlns:a16="http://schemas.microsoft.com/office/drawing/2014/main" id="{9C0ED324-38C2-FA93-3F5E-64FD4C56C61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167" y="6195419"/>
            <a:ext cx="425285" cy="425285"/>
          </a:xfrm>
          <a:prstGeom prst="rect">
            <a:avLst/>
          </a:prstGeom>
        </p:spPr>
      </p:pic>
      <p:pic>
        <p:nvPicPr>
          <p:cNvPr id="11" name="Immagine 10" descr="Immagine che contiene triangolo, simbolo, linea, stella&#10;&#10;Il contenuto generato dall'IA potrebbe non essere corretto.">
            <a:extLst>
              <a:ext uri="{FF2B5EF4-FFF2-40B4-BE49-F238E27FC236}">
                <a16:creationId xmlns:a16="http://schemas.microsoft.com/office/drawing/2014/main" id="{3A7B612A-BB04-7006-3BB4-142487FED28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948" y="6460657"/>
            <a:ext cx="277176" cy="277176"/>
          </a:xfrm>
          <a:prstGeom prst="rect">
            <a:avLst/>
          </a:prstGeom>
        </p:spPr>
      </p:pic>
      <p:pic>
        <p:nvPicPr>
          <p:cNvPr id="12" name="Immagine 11" descr="Immagine che contiene simbolo, Elementi grafici, Carattere&#10;&#10;Il contenuto generato dall'IA potrebbe non essere corretto.">
            <a:extLst>
              <a:ext uri="{FF2B5EF4-FFF2-40B4-BE49-F238E27FC236}">
                <a16:creationId xmlns:a16="http://schemas.microsoft.com/office/drawing/2014/main" id="{C836EB7F-B6A2-5535-DB60-5348A3AFD1B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8431" y="6195418"/>
            <a:ext cx="425287" cy="425287"/>
          </a:xfrm>
          <a:prstGeom prst="rect">
            <a:avLst/>
          </a:prstGeom>
        </p:spPr>
      </p:pic>
      <p:pic>
        <p:nvPicPr>
          <p:cNvPr id="13" name="Immagine 12" descr="Immagine che contiene schermata, Elementi grafici, Carattere, Blu elettrico&#10;&#10;Il contenuto generato dall'IA potrebbe non essere corretto.">
            <a:extLst>
              <a:ext uri="{FF2B5EF4-FFF2-40B4-BE49-F238E27FC236}">
                <a16:creationId xmlns:a16="http://schemas.microsoft.com/office/drawing/2014/main" id="{EA68B321-824D-9164-AF13-4ED223E9F63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878" y="6173960"/>
            <a:ext cx="446744" cy="446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7182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1000">
              <a:srgbClr val="EFF0F4"/>
            </a:gs>
            <a:gs pos="0">
              <a:srgbClr val="D3DCEE"/>
            </a:gs>
            <a:gs pos="100000">
              <a:srgbClr val="D3DCEE"/>
            </a:gs>
          </a:gsLst>
          <a:lin ang="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60AA6B-8E2B-4B17-57DD-D1FEBC7C1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9CE8A660-55DC-630B-49C8-E03B67B62F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208596" cy="6858000"/>
          </a:xfrm>
          <a:prstGeom prst="roundRect">
            <a:avLst>
              <a:gd name="adj" fmla="val 0"/>
            </a:avLst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793A8E4C-EF4E-338C-91F2-054BAF26CFA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55921" y="185195"/>
            <a:ext cx="896556" cy="896556"/>
          </a:xfrm>
          <a:prstGeom prst="rect">
            <a:avLst/>
          </a:prstGeom>
        </p:spPr>
      </p:pic>
      <p:pic>
        <p:nvPicPr>
          <p:cNvPr id="8" name="Immagine 7" descr="Immagine che contiene auricolare, Auricolari, bianco e nero, musica&#10;&#10;Il contenuto generato dall'IA potrebbe non essere corretto.">
            <a:extLst>
              <a:ext uri="{FF2B5EF4-FFF2-40B4-BE49-F238E27FC236}">
                <a16:creationId xmlns:a16="http://schemas.microsoft.com/office/drawing/2014/main" id="{926A3552-83DE-515E-6B80-1B8EF61FC4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224169" y="2594287"/>
            <a:ext cx="2126310" cy="2026517"/>
          </a:xfrm>
          <a:prstGeom prst="rect">
            <a:avLst/>
          </a:prstGeom>
        </p:spPr>
      </p:pic>
      <p:pic>
        <p:nvPicPr>
          <p:cNvPr id="10" name="Immagine 9" descr="Immagine che contiene Elementi grafici, cerchio, schermata, Policromia&#10;&#10;Il contenuto generato dall'IA potrebbe non essere corretto.">
            <a:extLst>
              <a:ext uri="{FF2B5EF4-FFF2-40B4-BE49-F238E27FC236}">
                <a16:creationId xmlns:a16="http://schemas.microsoft.com/office/drawing/2014/main" id="{B05AB86A-795B-F03D-078B-8DC039E6C6D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915" y="2943328"/>
            <a:ext cx="707886" cy="707886"/>
          </a:xfrm>
          <a:prstGeom prst="rect">
            <a:avLst/>
          </a:prstGeom>
        </p:spPr>
      </p:pic>
      <p:pic>
        <p:nvPicPr>
          <p:cNvPr id="14" name="Immagine 13" descr="Immagine che contiene Cellulare, schermata, gadget, Dispositivo mobile&#10;&#10;Il contenuto generato dall'IA potrebbe non essere corretto.">
            <a:extLst>
              <a:ext uri="{FF2B5EF4-FFF2-40B4-BE49-F238E27FC236}">
                <a16:creationId xmlns:a16="http://schemas.microsoft.com/office/drawing/2014/main" id="{F3562B0E-0142-EE9A-9E20-06B7E955055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6591" y="2641177"/>
            <a:ext cx="2172322" cy="2172322"/>
          </a:xfrm>
          <a:prstGeom prst="rect">
            <a:avLst/>
          </a:prstGeom>
        </p:spPr>
      </p:pic>
      <p:pic>
        <p:nvPicPr>
          <p:cNvPr id="16" name="Immagine 15" descr="Immagine che contiene schermata, Elementi grafici, simbolo, clipart&#10;&#10;Il contenuto generato dall'IA potrebbe non essere corretto.">
            <a:extLst>
              <a:ext uri="{FF2B5EF4-FFF2-40B4-BE49-F238E27FC236}">
                <a16:creationId xmlns:a16="http://schemas.microsoft.com/office/drawing/2014/main" id="{29F819B3-D6B9-2A22-3428-AF8F6A1468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5604" y="3224612"/>
            <a:ext cx="794295" cy="794295"/>
          </a:xfrm>
          <a:prstGeom prst="rect">
            <a:avLst/>
          </a:prstGeom>
        </p:spPr>
      </p:pic>
      <p:pic>
        <p:nvPicPr>
          <p:cNvPr id="18" name="Immagine 17" descr="Immagine che contiene Elementi grafici, schermata, simbolo, Carattere&#10;&#10;Il contenuto generato dall'IA potrebbe non essere corretto.">
            <a:extLst>
              <a:ext uri="{FF2B5EF4-FFF2-40B4-BE49-F238E27FC236}">
                <a16:creationId xmlns:a16="http://schemas.microsoft.com/office/drawing/2014/main" id="{0E9B34DF-5109-6AA7-66B4-A71E2E97E09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915" y="3532229"/>
            <a:ext cx="789380" cy="789380"/>
          </a:xfrm>
          <a:prstGeom prst="rect">
            <a:avLst/>
          </a:prstGeom>
        </p:spPr>
      </p:pic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49F7F7DB-A60E-3AAC-5A0B-E0CE17BD28C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01021" y="2164190"/>
            <a:ext cx="19167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err="1">
                <a:solidFill>
                  <a:srgbClr val="00255E"/>
                </a:solidFill>
                <a:latin typeface="Abadi" panose="020B0604020104020204" pitchFamily="34" charset="0"/>
              </a:rPr>
              <a:t>MindRove</a:t>
            </a:r>
            <a:r>
              <a:rPr lang="en-US" sz="1600" b="1">
                <a:solidFill>
                  <a:srgbClr val="00255E"/>
                </a:solidFill>
                <a:latin typeface="Abadi" panose="020B0604020104020204" pitchFamily="34" charset="0"/>
              </a:rPr>
              <a:t> headset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16F9B803-05A5-40BE-6B4C-DE197DCD7C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950291" y="1920839"/>
            <a:ext cx="13679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00255E"/>
                </a:solidFill>
                <a:latin typeface="Abadi" panose="020B0604020104020204" pitchFamily="34" charset="0"/>
              </a:rPr>
              <a:t>Android App</a:t>
            </a:r>
            <a:endParaRPr lang="en-GB" sz="1400" noProof="0">
              <a:solidFill>
                <a:srgbClr val="00255E"/>
              </a:solidFill>
              <a:latin typeface="Abadi" panose="020B0604020104020204" pitchFamily="34" charset="0"/>
            </a:endParaRP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658FDCD3-F59B-7A4E-D968-4A9BC6A629E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828733" y="4668313"/>
            <a:ext cx="16781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00255E"/>
                </a:solidFill>
                <a:latin typeface="Abadi" panose="020B0604020104020204" pitchFamily="34" charset="0"/>
              </a:rPr>
              <a:t>Wi-Fi connection</a:t>
            </a:r>
            <a:endParaRPr lang="en-GB" sz="1400" noProof="0">
              <a:solidFill>
                <a:srgbClr val="00255E"/>
              </a:solidFill>
              <a:latin typeface="Abadi" panose="020B0604020104020204" pitchFamily="34" charset="0"/>
            </a:endParaRPr>
          </a:p>
        </p:txBody>
      </p:sp>
      <p:pic>
        <p:nvPicPr>
          <p:cNvPr id="23" name="Immagine 22" descr="Immagine che contiene simbolo, cerchio, Elementi grafici, Blu elettrico&#10;&#10;Il contenuto generato dall'IA potrebbe non essere corretto.">
            <a:extLst>
              <a:ext uri="{FF2B5EF4-FFF2-40B4-BE49-F238E27FC236}">
                <a16:creationId xmlns:a16="http://schemas.microsoft.com/office/drawing/2014/main" id="{B83A69B0-A213-47BE-036B-F436098507A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829" y="2072647"/>
            <a:ext cx="502192" cy="502192"/>
          </a:xfrm>
          <a:prstGeom prst="rect">
            <a:avLst/>
          </a:prstGeom>
        </p:spPr>
      </p:pic>
      <p:pic>
        <p:nvPicPr>
          <p:cNvPr id="25" name="Immagine 24" descr="Immagine che contiene Elementi grafici, cerchio, logo, simbolo&#10;&#10;Il contenuto generato dall'IA potrebbe non essere corretto.">
            <a:extLst>
              <a:ext uri="{FF2B5EF4-FFF2-40B4-BE49-F238E27FC236}">
                <a16:creationId xmlns:a16="http://schemas.microsoft.com/office/drawing/2014/main" id="{9CB1CD76-3494-864C-480B-46D462A0276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6102" y="4586494"/>
            <a:ext cx="502193" cy="502193"/>
          </a:xfrm>
          <a:prstGeom prst="rect">
            <a:avLst/>
          </a:prstGeom>
        </p:spPr>
      </p:pic>
      <p:pic>
        <p:nvPicPr>
          <p:cNvPr id="27" name="Immagine 26" descr="Immagine che contiene Elementi grafici, cerchio, logo, Blu elettrico&#10;&#10;Il contenuto generato dall'IA potrebbe non essere corretto.">
            <a:extLst>
              <a:ext uri="{FF2B5EF4-FFF2-40B4-BE49-F238E27FC236}">
                <a16:creationId xmlns:a16="http://schemas.microsoft.com/office/drawing/2014/main" id="{CFE01055-7170-9048-7917-4670DFAE1A4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4312" y="1839020"/>
            <a:ext cx="502193" cy="502193"/>
          </a:xfrm>
          <a:prstGeom prst="rect">
            <a:avLst/>
          </a:prstGeom>
        </p:spPr>
      </p:pic>
      <p:pic>
        <p:nvPicPr>
          <p:cNvPr id="2" name="Immagine 1" descr="Immagine che contiene Elementi grafici, schermata, simbolo, Carattere&#10;&#10;Il contenuto generato dall'IA potrebbe non essere corretto.">
            <a:extLst>
              <a:ext uri="{FF2B5EF4-FFF2-40B4-BE49-F238E27FC236}">
                <a16:creationId xmlns:a16="http://schemas.microsoft.com/office/drawing/2014/main" id="{FC2FBAC3-DD19-642B-7983-9752F2A04B1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3236" y="3034310"/>
            <a:ext cx="789380" cy="789380"/>
          </a:xfrm>
          <a:prstGeom prst="rect">
            <a:avLst/>
          </a:prstGeom>
        </p:spPr>
      </p:pic>
      <p:pic>
        <p:nvPicPr>
          <p:cNvPr id="24" name="Immagine 23" descr="Immagine che contiene simbolo, cerchio, Elementi grafici, logo&#10;&#10;Il contenuto generato dall'IA potrebbe non essere corretto.">
            <a:extLst>
              <a:ext uri="{FF2B5EF4-FFF2-40B4-BE49-F238E27FC236}">
                <a16:creationId xmlns:a16="http://schemas.microsoft.com/office/drawing/2014/main" id="{342242D6-4186-36A9-02CB-A6E93E00E09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7807" y="5088687"/>
            <a:ext cx="502193" cy="502193"/>
          </a:xfrm>
          <a:prstGeom prst="rect">
            <a:avLst/>
          </a:prstGeom>
        </p:spPr>
      </p:pic>
      <p:pic>
        <p:nvPicPr>
          <p:cNvPr id="28" name="Immagine 27" descr="Immagine che contiene cartone animato&#10;&#10;Il contenuto generato dall'IA potrebbe non essere corretto.">
            <a:extLst>
              <a:ext uri="{FF2B5EF4-FFF2-40B4-BE49-F238E27FC236}">
                <a16:creationId xmlns:a16="http://schemas.microsoft.com/office/drawing/2014/main" id="{24C52B8C-426D-556F-1455-EAE75419267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6771" y="2818036"/>
            <a:ext cx="1850277" cy="1850277"/>
          </a:xfrm>
          <a:prstGeom prst="rect">
            <a:avLst/>
          </a:prstGeom>
        </p:spPr>
      </p:pic>
      <p:pic>
        <p:nvPicPr>
          <p:cNvPr id="29" name="Immagine 28" descr="Immagine che contiene Elementi grafici, schermata, simbolo, Carattere&#10;&#10;Il contenuto generato dall'IA potrebbe non essere corretto.">
            <a:extLst>
              <a:ext uri="{FF2B5EF4-FFF2-40B4-BE49-F238E27FC236}">
                <a16:creationId xmlns:a16="http://schemas.microsoft.com/office/drawing/2014/main" id="{E1D8758C-23A6-3109-8646-CC732B5518C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908321" y="3678615"/>
            <a:ext cx="794295" cy="789380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6E3F30B6-B660-D094-9387-D6D4CEA5CA0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838949" y="5170506"/>
            <a:ext cx="13679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00255E"/>
                </a:solidFill>
                <a:latin typeface="Abadi" panose="020B0604020104020204" pitchFamily="34" charset="0"/>
              </a:rPr>
              <a:t>Edge Server</a:t>
            </a:r>
            <a:endParaRPr lang="en-GB" sz="1400" noProof="0">
              <a:solidFill>
                <a:srgbClr val="00255E"/>
              </a:solidFill>
              <a:latin typeface="Abadi" panose="020B0604020104020204" pitchFamily="34" charset="0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5C9D38EF-AEEC-3F21-5B59-6ACE6102EAC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48601" y="433395"/>
            <a:ext cx="90716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200" b="1">
                <a:solidFill>
                  <a:srgbClr val="00255E"/>
                </a:solidFill>
                <a:latin typeface="Abadi" panose="020B0604020104020204" pitchFamily="34" charset="0"/>
              </a:rPr>
              <a:t>From Mobile to Edge: </a:t>
            </a:r>
            <a:r>
              <a:rPr lang="it-IT" sz="3200" b="1" err="1">
                <a:solidFill>
                  <a:srgbClr val="00255E"/>
                </a:solidFill>
                <a:latin typeface="Abadi" panose="020B0604020104020204" pitchFamily="34" charset="0"/>
              </a:rPr>
              <a:t>Extending</a:t>
            </a:r>
            <a:r>
              <a:rPr lang="it-IT" sz="3200" b="1">
                <a:solidFill>
                  <a:srgbClr val="00255E"/>
                </a:solidFill>
                <a:latin typeface="Abadi" panose="020B0604020104020204" pitchFamily="34" charset="0"/>
              </a:rPr>
              <a:t> </a:t>
            </a:r>
            <a:r>
              <a:rPr lang="it-IT" sz="3200" b="1" err="1">
                <a:solidFill>
                  <a:srgbClr val="00255E"/>
                </a:solidFill>
                <a:latin typeface="Abadi" panose="020B0604020104020204" pitchFamily="34" charset="0"/>
              </a:rPr>
              <a:t>NeuroVibe</a:t>
            </a:r>
            <a:endParaRPr lang="it-IT" sz="3200" b="1">
              <a:solidFill>
                <a:srgbClr val="00255E"/>
              </a:solidFill>
              <a:latin typeface="Abadi" panose="020B0604020104020204" pitchFamily="34" charset="0"/>
            </a:endParaRPr>
          </a:p>
        </p:txBody>
      </p:sp>
      <p:pic>
        <p:nvPicPr>
          <p:cNvPr id="9" name="Immagine 8" descr="Immagine che contiene simbolo, Elementi grafici, Carattere&#10;&#10;Il contenuto generato dall'IA potrebbe non essere corretto.">
            <a:extLst>
              <a:ext uri="{FF2B5EF4-FFF2-40B4-BE49-F238E27FC236}">
                <a16:creationId xmlns:a16="http://schemas.microsoft.com/office/drawing/2014/main" id="{34B9F368-AF80-0EB8-D001-DF5F0E32C07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523" y="433395"/>
            <a:ext cx="632458" cy="632458"/>
          </a:xfrm>
          <a:prstGeom prst="rect">
            <a:avLst/>
          </a:prstGeom>
        </p:spPr>
      </p:pic>
      <p:pic>
        <p:nvPicPr>
          <p:cNvPr id="11" name="Immagine 10" descr="Immagine che contiene Elementi grafici, schermata, simbolo, Carattere&#10;&#10;Il contenuto generato dall'IA potrebbe non essere corretto.">
            <a:extLst>
              <a:ext uri="{FF2B5EF4-FFF2-40B4-BE49-F238E27FC236}">
                <a16:creationId xmlns:a16="http://schemas.microsoft.com/office/drawing/2014/main" id="{FD1CE461-E257-5906-6CAC-918A9FB6C12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853" y="6173960"/>
            <a:ext cx="425285" cy="425285"/>
          </a:xfrm>
          <a:prstGeom prst="rect">
            <a:avLst/>
          </a:prstGeom>
        </p:spPr>
      </p:pic>
      <p:pic>
        <p:nvPicPr>
          <p:cNvPr id="12" name="Immagine 11" descr="Immagine che contiene simbolo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C4C032B0-268D-E78C-9893-402E148990B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3793" y="6195418"/>
            <a:ext cx="425286" cy="425286"/>
          </a:xfrm>
          <a:prstGeom prst="rect">
            <a:avLst/>
          </a:prstGeom>
        </p:spPr>
      </p:pic>
      <p:pic>
        <p:nvPicPr>
          <p:cNvPr id="13" name="Immagine 12" descr="Immagine che contiene simbolo, Elementi grafici, arte, design&#10;&#10;Il contenuto generato dall'IA potrebbe non essere corretto.">
            <a:extLst>
              <a:ext uri="{FF2B5EF4-FFF2-40B4-BE49-F238E27FC236}">
                <a16:creationId xmlns:a16="http://schemas.microsoft.com/office/drawing/2014/main" id="{DAC2A821-9C36-92CF-F2DC-29BE2D1CD2B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6653" y="6195418"/>
            <a:ext cx="425286" cy="425286"/>
          </a:xfrm>
          <a:prstGeom prst="rect">
            <a:avLst/>
          </a:prstGeom>
        </p:spPr>
      </p:pic>
      <p:pic>
        <p:nvPicPr>
          <p:cNvPr id="15" name="Immagine 14" descr="Immagine che contiene Elementi grafici, grafica, simbolo, Carattere&#10;&#10;Il contenuto generato dall'IA potrebbe non essere corretto.">
            <a:extLst>
              <a:ext uri="{FF2B5EF4-FFF2-40B4-BE49-F238E27FC236}">
                <a16:creationId xmlns:a16="http://schemas.microsoft.com/office/drawing/2014/main" id="{7FB776E0-2827-7487-7BEB-DE559F61BD5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0137" y="6201694"/>
            <a:ext cx="425286" cy="425286"/>
          </a:xfrm>
          <a:prstGeom prst="rect">
            <a:avLst/>
          </a:prstGeom>
        </p:spPr>
      </p:pic>
      <p:pic>
        <p:nvPicPr>
          <p:cNvPr id="17" name="Immagine 16" descr="Immagine che contiene schermata, Blu elettrico, simbolo, numero&#10;&#10;Il contenuto generato dall'IA potrebbe non essere corretto.">
            <a:extLst>
              <a:ext uri="{FF2B5EF4-FFF2-40B4-BE49-F238E27FC236}">
                <a16:creationId xmlns:a16="http://schemas.microsoft.com/office/drawing/2014/main" id="{603AC3B4-1891-448B-9229-D77C80923D9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167" y="6195419"/>
            <a:ext cx="425285" cy="425285"/>
          </a:xfrm>
          <a:prstGeom prst="rect">
            <a:avLst/>
          </a:prstGeom>
        </p:spPr>
      </p:pic>
      <p:pic>
        <p:nvPicPr>
          <p:cNvPr id="26" name="Immagine 25" descr="Immagine che contiene simbolo, Elementi grafici, Carattere&#10;&#10;Il contenuto generato dall'IA potrebbe non essere corretto.">
            <a:extLst>
              <a:ext uri="{FF2B5EF4-FFF2-40B4-BE49-F238E27FC236}">
                <a16:creationId xmlns:a16="http://schemas.microsoft.com/office/drawing/2014/main" id="{3AF16401-3994-2A90-8CDF-1CB7087156A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2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8431" y="6195418"/>
            <a:ext cx="425287" cy="425287"/>
          </a:xfrm>
          <a:prstGeom prst="rect">
            <a:avLst/>
          </a:prstGeom>
        </p:spPr>
      </p:pic>
      <p:pic>
        <p:nvPicPr>
          <p:cNvPr id="22" name="Immagine 21" descr="Immagine che contiene triangolo, simbolo, linea, stella&#10;&#10;Il contenuto generato dall'IA potrebbe non essere corretto.">
            <a:extLst>
              <a:ext uri="{FF2B5EF4-FFF2-40B4-BE49-F238E27FC236}">
                <a16:creationId xmlns:a16="http://schemas.microsoft.com/office/drawing/2014/main" id="{2AE977F6-C4E1-3554-094F-A69719AD919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2932" y="6409893"/>
            <a:ext cx="277176" cy="277176"/>
          </a:xfrm>
          <a:prstGeom prst="rect">
            <a:avLst/>
          </a:prstGeom>
        </p:spPr>
      </p:pic>
      <p:pic>
        <p:nvPicPr>
          <p:cNvPr id="31" name="Immagine 30" descr="Immagine che contiene schermata, Elementi grafici, Carattere, Blu elettrico&#10;&#10;Il contenuto generato dall'IA potrebbe non essere corretto.">
            <a:extLst>
              <a:ext uri="{FF2B5EF4-FFF2-40B4-BE49-F238E27FC236}">
                <a16:creationId xmlns:a16="http://schemas.microsoft.com/office/drawing/2014/main" id="{E45F439F-F8C3-621B-522E-2035D50CF48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878" y="6173960"/>
            <a:ext cx="446744" cy="446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3812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40000">
              <a:srgbClr val="EFF0F4"/>
            </a:gs>
            <a:gs pos="0">
              <a:srgbClr val="D3DCEE"/>
            </a:gs>
            <a:gs pos="100000">
              <a:srgbClr val="D3DCEE"/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C0D8D4-3FDD-77A5-B13A-93E9EFE7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FCDFCA49-16AA-8FB9-8523-5E8BE77557A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208596" cy="6858000"/>
          </a:xfrm>
          <a:prstGeom prst="roundRect">
            <a:avLst>
              <a:gd name="adj" fmla="val 0"/>
            </a:avLst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56054289-F2A2-631D-FB4D-A14F57F448A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42132" y="373865"/>
            <a:ext cx="90716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600" b="1">
                <a:solidFill>
                  <a:srgbClr val="00255E"/>
                </a:solidFill>
                <a:latin typeface="Abadi" panose="020B0604020104020204" pitchFamily="34" charset="0"/>
              </a:rPr>
              <a:t>Evaluation and </a:t>
            </a:r>
            <a:r>
              <a:rPr lang="it-IT" sz="3600" b="1" err="1">
                <a:solidFill>
                  <a:srgbClr val="00255E"/>
                </a:solidFill>
                <a:latin typeface="Abadi" panose="020B0604020104020204" pitchFamily="34" charset="0"/>
              </a:rPr>
              <a:t>Results</a:t>
            </a:r>
            <a:endParaRPr lang="it-IT" sz="3600" b="1">
              <a:solidFill>
                <a:srgbClr val="00255E"/>
              </a:solidFill>
              <a:latin typeface="Abadi" panose="020B0604020104020204" pitchFamily="34" charset="0"/>
            </a:endParaRPr>
          </a:p>
        </p:txBody>
      </p:sp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DAB18805-4639-0CBC-439E-D6AF4881E91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55921" y="185195"/>
            <a:ext cx="896556" cy="896556"/>
          </a:xfrm>
          <a:prstGeom prst="rect">
            <a:avLst/>
          </a:prstGeom>
        </p:spPr>
      </p:pic>
      <p:pic>
        <p:nvPicPr>
          <p:cNvPr id="12" name="Immagine 11" descr="Immagine che contiene Elementi grafici, schermata, simbolo, Carattere&#10;&#10;Il contenuto generato dall'IA potrebbe non essere corretto.">
            <a:extLst>
              <a:ext uri="{FF2B5EF4-FFF2-40B4-BE49-F238E27FC236}">
                <a16:creationId xmlns:a16="http://schemas.microsoft.com/office/drawing/2014/main" id="{EB015999-DDE4-0A63-05AC-FF24B1E32B0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853" y="6173960"/>
            <a:ext cx="425285" cy="425285"/>
          </a:xfrm>
          <a:prstGeom prst="rect">
            <a:avLst/>
          </a:prstGeom>
        </p:spPr>
      </p:pic>
      <p:pic>
        <p:nvPicPr>
          <p:cNvPr id="13" name="Immagine 12" descr="Immagine che contiene simbolo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5FDFD29F-A5E7-8D20-350A-A173D51C145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3793" y="6195418"/>
            <a:ext cx="425286" cy="425286"/>
          </a:xfrm>
          <a:prstGeom prst="rect">
            <a:avLst/>
          </a:prstGeom>
        </p:spPr>
      </p:pic>
      <p:pic>
        <p:nvPicPr>
          <p:cNvPr id="14" name="Immagine 13" descr="Immagine che contiene simbolo, Elementi grafici, arte, design&#10;&#10;Il contenuto generato dall'IA potrebbe non essere corretto.">
            <a:extLst>
              <a:ext uri="{FF2B5EF4-FFF2-40B4-BE49-F238E27FC236}">
                <a16:creationId xmlns:a16="http://schemas.microsoft.com/office/drawing/2014/main" id="{8983EC1F-FC0A-59D0-98C3-3E6D897ACD6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6653" y="6195418"/>
            <a:ext cx="425286" cy="425286"/>
          </a:xfrm>
          <a:prstGeom prst="rect">
            <a:avLst/>
          </a:prstGeom>
        </p:spPr>
      </p:pic>
      <p:pic>
        <p:nvPicPr>
          <p:cNvPr id="15" name="Immagine 14" descr="Immagine che contiene Elementi grafici, grafica, simbolo, Carattere&#10;&#10;Il contenuto generato dall'IA potrebbe non essere corretto.">
            <a:extLst>
              <a:ext uri="{FF2B5EF4-FFF2-40B4-BE49-F238E27FC236}">
                <a16:creationId xmlns:a16="http://schemas.microsoft.com/office/drawing/2014/main" id="{6442836E-19CB-1EAE-8550-F2252C48509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0137" y="6201694"/>
            <a:ext cx="425286" cy="425286"/>
          </a:xfrm>
          <a:prstGeom prst="rect">
            <a:avLst/>
          </a:prstGeom>
        </p:spPr>
      </p:pic>
      <p:pic>
        <p:nvPicPr>
          <p:cNvPr id="16" name="Immagine 15" descr="Immagine che contiene schermata, Blu elettrico, simbolo, numero&#10;&#10;Il contenuto generato dall'IA potrebbe non essere corretto.">
            <a:extLst>
              <a:ext uri="{FF2B5EF4-FFF2-40B4-BE49-F238E27FC236}">
                <a16:creationId xmlns:a16="http://schemas.microsoft.com/office/drawing/2014/main" id="{E9B237D5-2826-6A74-373D-B5E1B7103D7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167" y="6195419"/>
            <a:ext cx="425285" cy="425285"/>
          </a:xfrm>
          <a:prstGeom prst="rect">
            <a:avLst/>
          </a:prstGeom>
        </p:spPr>
      </p:pic>
      <p:pic>
        <p:nvPicPr>
          <p:cNvPr id="17" name="Immagine 16" descr="Immagine che contiene triangolo, simbolo, linea, stella&#10;&#10;Il contenuto generato dall'IA potrebbe non essere corretto.">
            <a:extLst>
              <a:ext uri="{FF2B5EF4-FFF2-40B4-BE49-F238E27FC236}">
                <a16:creationId xmlns:a16="http://schemas.microsoft.com/office/drawing/2014/main" id="{0145D597-54F8-DE1E-0D60-BE646219E18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296" y="6408061"/>
            <a:ext cx="277176" cy="277176"/>
          </a:xfrm>
          <a:prstGeom prst="rect">
            <a:avLst/>
          </a:prstGeom>
        </p:spPr>
      </p:pic>
      <p:pic>
        <p:nvPicPr>
          <p:cNvPr id="18" name="Immagine 17" descr="Immagine che contiene simbolo, Elementi grafici, Carattere&#10;&#10;Il contenuto generato dall'IA potrebbe non essere corretto.">
            <a:extLst>
              <a:ext uri="{FF2B5EF4-FFF2-40B4-BE49-F238E27FC236}">
                <a16:creationId xmlns:a16="http://schemas.microsoft.com/office/drawing/2014/main" id="{008F233F-80CE-CB41-533B-A57BFECA9BC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8431" y="6195418"/>
            <a:ext cx="425287" cy="425287"/>
          </a:xfrm>
          <a:prstGeom prst="rect">
            <a:avLst/>
          </a:prstGeom>
        </p:spPr>
      </p:pic>
      <p:pic>
        <p:nvPicPr>
          <p:cNvPr id="19" name="Immagine 18" descr="Immagine che contiene schermata, Elementi grafici, Carattere, Blu elettrico&#10;&#10;Il contenuto generato dall'IA potrebbe non essere corretto.">
            <a:extLst>
              <a:ext uri="{FF2B5EF4-FFF2-40B4-BE49-F238E27FC236}">
                <a16:creationId xmlns:a16="http://schemas.microsoft.com/office/drawing/2014/main" id="{3BD208E0-94F5-3310-BA66-1DE0953C6B3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878" y="6173960"/>
            <a:ext cx="446744" cy="446744"/>
          </a:xfrm>
          <a:prstGeom prst="rect">
            <a:avLst/>
          </a:prstGeom>
        </p:spPr>
      </p:pic>
      <p:pic>
        <p:nvPicPr>
          <p:cNvPr id="20" name="Immagine 19" descr="Immagine che contiene simbolo, Elementi grafici, arte, design&#10;&#10;Il contenuto generato dall'IA potrebbe non essere corretto.">
            <a:extLst>
              <a:ext uri="{FF2B5EF4-FFF2-40B4-BE49-F238E27FC236}">
                <a16:creationId xmlns:a16="http://schemas.microsoft.com/office/drawing/2014/main" id="{898515B9-EA45-4CB5-D568-FC87805AF58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927" y="281370"/>
            <a:ext cx="704205" cy="704205"/>
          </a:xfrm>
          <a:prstGeom prst="rect">
            <a:avLst/>
          </a:prstGeom>
        </p:spPr>
      </p:pic>
      <p:sp>
        <p:nvSpPr>
          <p:cNvPr id="21" name="Rettangolo con angoli arrotondati 20">
            <a:extLst>
              <a:ext uri="{FF2B5EF4-FFF2-40B4-BE49-F238E27FC236}">
                <a16:creationId xmlns:a16="http://schemas.microsoft.com/office/drawing/2014/main" id="{D6D30D39-7123-FE89-D119-CC2B6C10762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0812" y="1394061"/>
            <a:ext cx="5161288" cy="3225805"/>
          </a:xfrm>
          <a:prstGeom prst="roundRect">
            <a:avLst>
              <a:gd name="adj" fmla="val 6588"/>
            </a:avLst>
          </a:prstGeom>
          <a:blipFill>
            <a:blip r:embed="rId14"/>
            <a:stretch>
              <a:fillRect/>
            </a:stretch>
          </a:blip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Rettangolo con angoli arrotondati 22">
            <a:extLst>
              <a:ext uri="{FF2B5EF4-FFF2-40B4-BE49-F238E27FC236}">
                <a16:creationId xmlns:a16="http://schemas.microsoft.com/office/drawing/2014/main" id="{8FD38B59-32B2-FF20-F162-D35EAA350F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87640" y="3006963"/>
            <a:ext cx="5161288" cy="3225805"/>
          </a:xfrm>
          <a:prstGeom prst="roundRect">
            <a:avLst>
              <a:gd name="adj" fmla="val 6588"/>
            </a:avLst>
          </a:prstGeom>
          <a:blipFill>
            <a:blip r:embed="rId15"/>
            <a:stretch>
              <a:fillRect/>
            </a:stretch>
          </a:blip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7FDD6964-17CB-5DA3-D31B-A48CE9E2407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38800" y="2974258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/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650E43C5-4DB8-8B1C-B4DA-C24AA24763A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187640" y="1699416"/>
            <a:ext cx="50506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255E"/>
                </a:solidFill>
                <a:latin typeface="Abadi" panose="020B0604020104020204" pitchFamily="34" charset="0"/>
              </a:rPr>
              <a:t>Edge deployment significantly reduces both CPU consumption and execution time, enabling efficient and real-time EEG inference.</a:t>
            </a:r>
            <a:endParaRPr lang="it-IT">
              <a:solidFill>
                <a:srgbClr val="00255E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01347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40000">
              <a:srgbClr val="EFF0F4"/>
            </a:gs>
            <a:gs pos="0">
              <a:srgbClr val="D3DCEE"/>
            </a:gs>
            <a:gs pos="100000">
              <a:srgbClr val="D3DCEE"/>
            </a:gs>
          </a:gsLst>
          <a:lin ang="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D8ED4D-80C4-5902-3807-00A66445F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FEDD1F16-BE69-E3A1-4A5C-896E5520E2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208596" cy="6858000"/>
          </a:xfrm>
          <a:prstGeom prst="roundRect">
            <a:avLst>
              <a:gd name="adj" fmla="val 0"/>
            </a:avLst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21795424-A1A9-24A8-6CE8-9FE1D7754CD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42132" y="373865"/>
            <a:ext cx="90716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600" b="1">
                <a:solidFill>
                  <a:srgbClr val="00255E"/>
                </a:solidFill>
                <a:latin typeface="Abadi" panose="020B0604020104020204" pitchFamily="34" charset="0"/>
              </a:rPr>
              <a:t>Evaluation and </a:t>
            </a:r>
            <a:r>
              <a:rPr lang="it-IT" sz="3600" b="1" err="1">
                <a:solidFill>
                  <a:srgbClr val="00255E"/>
                </a:solidFill>
                <a:latin typeface="Abadi" panose="020B0604020104020204" pitchFamily="34" charset="0"/>
              </a:rPr>
              <a:t>Results</a:t>
            </a:r>
            <a:endParaRPr lang="it-IT" sz="3600" b="1">
              <a:solidFill>
                <a:srgbClr val="00255E"/>
              </a:solidFill>
              <a:latin typeface="Abadi" panose="020B0604020104020204" pitchFamily="34" charset="0"/>
            </a:endParaRPr>
          </a:p>
        </p:txBody>
      </p:sp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9B7371A9-62EF-DEB0-173B-136E0C1331F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55921" y="185195"/>
            <a:ext cx="896556" cy="896556"/>
          </a:xfrm>
          <a:prstGeom prst="rect">
            <a:avLst/>
          </a:prstGeom>
        </p:spPr>
      </p:pic>
      <p:pic>
        <p:nvPicPr>
          <p:cNvPr id="12" name="Immagine 11" descr="Immagine che contiene simbolo, Elementi grafici, arte, design&#10;&#10;Il contenuto generato dall'IA potrebbe non essere corretto.">
            <a:extLst>
              <a:ext uri="{FF2B5EF4-FFF2-40B4-BE49-F238E27FC236}">
                <a16:creationId xmlns:a16="http://schemas.microsoft.com/office/drawing/2014/main" id="{4367BB44-CAD3-CE8C-EAC4-075D38FD7AD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927" y="281370"/>
            <a:ext cx="704205" cy="704205"/>
          </a:xfrm>
          <a:prstGeom prst="rect">
            <a:avLst/>
          </a:prstGeom>
        </p:spPr>
      </p:pic>
      <p:pic>
        <p:nvPicPr>
          <p:cNvPr id="13" name="Immagine 12" descr="Immagine che contiene Elementi grafici, schermata, simbolo, Carattere&#10;&#10;Il contenuto generato dall'IA potrebbe non essere corretto.">
            <a:extLst>
              <a:ext uri="{FF2B5EF4-FFF2-40B4-BE49-F238E27FC236}">
                <a16:creationId xmlns:a16="http://schemas.microsoft.com/office/drawing/2014/main" id="{5CAFB02B-E481-2ECF-99C9-317C83E4781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853" y="6173960"/>
            <a:ext cx="425285" cy="425285"/>
          </a:xfrm>
          <a:prstGeom prst="rect">
            <a:avLst/>
          </a:prstGeom>
        </p:spPr>
      </p:pic>
      <p:pic>
        <p:nvPicPr>
          <p:cNvPr id="14" name="Immagine 13" descr="Immagine che contiene simbolo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5FE43884-911C-5672-5361-3CCACDA7AC6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3793" y="6195418"/>
            <a:ext cx="425286" cy="425286"/>
          </a:xfrm>
          <a:prstGeom prst="rect">
            <a:avLst/>
          </a:prstGeom>
        </p:spPr>
      </p:pic>
      <p:pic>
        <p:nvPicPr>
          <p:cNvPr id="15" name="Immagine 14" descr="Immagine che contiene simbolo, Elementi grafici, arte, design&#10;&#10;Il contenuto generato dall'IA potrebbe non essere corretto.">
            <a:extLst>
              <a:ext uri="{FF2B5EF4-FFF2-40B4-BE49-F238E27FC236}">
                <a16:creationId xmlns:a16="http://schemas.microsoft.com/office/drawing/2014/main" id="{346A7874-1134-6916-AD6B-EE66C3195D0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8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6653" y="6195418"/>
            <a:ext cx="425286" cy="425286"/>
          </a:xfrm>
          <a:prstGeom prst="rect">
            <a:avLst/>
          </a:prstGeom>
        </p:spPr>
      </p:pic>
      <p:pic>
        <p:nvPicPr>
          <p:cNvPr id="16" name="Immagine 15" descr="Immagine che contiene Elementi grafici, grafica, simbolo, Carattere&#10;&#10;Il contenuto generato dall'IA potrebbe non essere corretto.">
            <a:extLst>
              <a:ext uri="{FF2B5EF4-FFF2-40B4-BE49-F238E27FC236}">
                <a16:creationId xmlns:a16="http://schemas.microsoft.com/office/drawing/2014/main" id="{A3C013D0-0F96-4CA9-D172-8923E01CF6F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0137" y="6201694"/>
            <a:ext cx="425286" cy="425286"/>
          </a:xfrm>
          <a:prstGeom prst="rect">
            <a:avLst/>
          </a:prstGeom>
        </p:spPr>
      </p:pic>
      <p:pic>
        <p:nvPicPr>
          <p:cNvPr id="17" name="Immagine 16" descr="Immagine che contiene schermata, Blu elettrico, simbolo, numero&#10;&#10;Il contenuto generato dall'IA potrebbe non essere corretto.">
            <a:extLst>
              <a:ext uri="{FF2B5EF4-FFF2-40B4-BE49-F238E27FC236}">
                <a16:creationId xmlns:a16="http://schemas.microsoft.com/office/drawing/2014/main" id="{30C91746-91B3-A654-EC61-93A1C4ACD52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167" y="6195419"/>
            <a:ext cx="425285" cy="425285"/>
          </a:xfrm>
          <a:prstGeom prst="rect">
            <a:avLst/>
          </a:prstGeom>
        </p:spPr>
      </p:pic>
      <p:pic>
        <p:nvPicPr>
          <p:cNvPr id="18" name="Immagine 17" descr="Immagine che contiene triangolo, simbolo, linea, stella&#10;&#10;Il contenuto generato dall'IA potrebbe non essere corretto.">
            <a:extLst>
              <a:ext uri="{FF2B5EF4-FFF2-40B4-BE49-F238E27FC236}">
                <a16:creationId xmlns:a16="http://schemas.microsoft.com/office/drawing/2014/main" id="{E0F9A942-E87F-E76B-8580-675295688CA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296" y="6408061"/>
            <a:ext cx="277176" cy="277176"/>
          </a:xfrm>
          <a:prstGeom prst="rect">
            <a:avLst/>
          </a:prstGeom>
        </p:spPr>
      </p:pic>
      <p:pic>
        <p:nvPicPr>
          <p:cNvPr id="19" name="Immagine 18" descr="Immagine che contiene simbolo, Elementi grafici, Carattere&#10;&#10;Il contenuto generato dall'IA potrebbe non essere corretto.">
            <a:extLst>
              <a:ext uri="{FF2B5EF4-FFF2-40B4-BE49-F238E27FC236}">
                <a16:creationId xmlns:a16="http://schemas.microsoft.com/office/drawing/2014/main" id="{278C782A-076C-23CF-402F-45ADD1F2823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8431" y="6195418"/>
            <a:ext cx="425287" cy="425287"/>
          </a:xfrm>
          <a:prstGeom prst="rect">
            <a:avLst/>
          </a:prstGeom>
        </p:spPr>
      </p:pic>
      <p:pic>
        <p:nvPicPr>
          <p:cNvPr id="20" name="Immagine 19" descr="Immagine che contiene schermata, Elementi grafici, Carattere, Blu elettrico&#10;&#10;Il contenuto generato dall'IA potrebbe non essere corretto.">
            <a:extLst>
              <a:ext uri="{FF2B5EF4-FFF2-40B4-BE49-F238E27FC236}">
                <a16:creationId xmlns:a16="http://schemas.microsoft.com/office/drawing/2014/main" id="{3599BCD8-788F-CD86-B8CB-7B3F56E8868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878" y="6173960"/>
            <a:ext cx="446744" cy="446744"/>
          </a:xfrm>
          <a:prstGeom prst="rect">
            <a:avLst/>
          </a:prstGeom>
        </p:spPr>
      </p:pic>
      <p:sp>
        <p:nvSpPr>
          <p:cNvPr id="23" name="Rettangolo con angoli arrotondati 22">
            <a:extLst>
              <a:ext uri="{FF2B5EF4-FFF2-40B4-BE49-F238E27FC236}">
                <a16:creationId xmlns:a16="http://schemas.microsoft.com/office/drawing/2014/main" id="{76330374-484E-6A93-658E-4830883E24A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0812" y="1394061"/>
            <a:ext cx="5161288" cy="3225805"/>
          </a:xfrm>
          <a:prstGeom prst="roundRect">
            <a:avLst>
              <a:gd name="adj" fmla="val 6588"/>
            </a:avLst>
          </a:prstGeom>
          <a:blipFill>
            <a:blip r:embed="rId14"/>
            <a:stretch>
              <a:fillRect/>
            </a:stretch>
          </a:blip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" name="Rettangolo con angoli arrotondati 23">
            <a:extLst>
              <a:ext uri="{FF2B5EF4-FFF2-40B4-BE49-F238E27FC236}">
                <a16:creationId xmlns:a16="http://schemas.microsoft.com/office/drawing/2014/main" id="{F7DAB314-73FB-5343-7C02-109610966A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87640" y="3006963"/>
            <a:ext cx="5161288" cy="3225805"/>
          </a:xfrm>
          <a:prstGeom prst="roundRect">
            <a:avLst>
              <a:gd name="adj" fmla="val 6588"/>
            </a:avLst>
          </a:prstGeom>
          <a:blipFill>
            <a:blip r:embed="rId15"/>
            <a:stretch>
              <a:fillRect/>
            </a:stretch>
          </a:blip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C2EEED47-024A-BB7B-2B10-E002FFDE4DC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338323" y="1779036"/>
            <a:ext cx="48599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255E"/>
                </a:solidFill>
                <a:latin typeface="Abadi" panose="020B0604020104020204" pitchFamily="34" charset="0"/>
              </a:rPr>
              <a:t>Higher Wi-Fi energy and data usage observed with edge deployment, reflecting increased network interactions.</a:t>
            </a:r>
            <a:endParaRPr lang="it-IT">
              <a:solidFill>
                <a:srgbClr val="00255E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16976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40000">
              <a:srgbClr val="EFF0F4"/>
            </a:gs>
            <a:gs pos="0">
              <a:srgbClr val="D3DCEE"/>
            </a:gs>
            <a:gs pos="100000">
              <a:srgbClr val="D3DCEE"/>
            </a:gs>
          </a:gsLst>
          <a:lin ang="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14C2FA-1E67-0F92-92CA-9DBD5340D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54BF0301-CC15-56E5-4AEE-69F0AC49A0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208596" cy="6858000"/>
          </a:xfrm>
          <a:prstGeom prst="roundRect">
            <a:avLst>
              <a:gd name="adj" fmla="val 0"/>
            </a:avLst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0AD2391E-24FE-6EBA-8DCC-69B0A5A11CB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42132" y="373865"/>
            <a:ext cx="90716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600" b="1">
                <a:solidFill>
                  <a:srgbClr val="00255E"/>
                </a:solidFill>
                <a:latin typeface="Abadi" panose="020B0604020104020204" pitchFamily="34" charset="0"/>
              </a:rPr>
              <a:t>Evaluation and </a:t>
            </a:r>
            <a:r>
              <a:rPr lang="it-IT" sz="3600" b="1" err="1">
                <a:solidFill>
                  <a:srgbClr val="00255E"/>
                </a:solidFill>
                <a:latin typeface="Abadi" panose="020B0604020104020204" pitchFamily="34" charset="0"/>
              </a:rPr>
              <a:t>Results</a:t>
            </a:r>
            <a:endParaRPr lang="it-IT" sz="3600" b="1">
              <a:solidFill>
                <a:srgbClr val="00255E"/>
              </a:solidFill>
              <a:latin typeface="Abadi" panose="020B0604020104020204" pitchFamily="34" charset="0"/>
            </a:endParaRPr>
          </a:p>
        </p:txBody>
      </p:sp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52194355-FBB5-D418-EC11-970019CFBB5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55921" y="185195"/>
            <a:ext cx="896556" cy="896556"/>
          </a:xfrm>
          <a:prstGeom prst="rect">
            <a:avLst/>
          </a:prstGeom>
        </p:spPr>
      </p:pic>
      <p:pic>
        <p:nvPicPr>
          <p:cNvPr id="6" name="Immagine 5" descr="Immagine che contiene simbolo, Elementi grafici, arte, design&#10;&#10;Il contenuto generato dall'IA potrebbe non essere corretto.">
            <a:extLst>
              <a:ext uri="{FF2B5EF4-FFF2-40B4-BE49-F238E27FC236}">
                <a16:creationId xmlns:a16="http://schemas.microsoft.com/office/drawing/2014/main" id="{07B8E9CF-ED18-D103-7691-35AFD692548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927" y="281370"/>
            <a:ext cx="704205" cy="704205"/>
          </a:xfrm>
          <a:prstGeom prst="rect">
            <a:avLst/>
          </a:prstGeom>
        </p:spPr>
      </p:pic>
      <p:pic>
        <p:nvPicPr>
          <p:cNvPr id="8" name="Immagine 7" descr="Immagine che contiene Elementi grafici, schermata, simbolo, Carattere&#10;&#10;Il contenuto generato dall'IA potrebbe non essere corretto.">
            <a:extLst>
              <a:ext uri="{FF2B5EF4-FFF2-40B4-BE49-F238E27FC236}">
                <a16:creationId xmlns:a16="http://schemas.microsoft.com/office/drawing/2014/main" id="{F306BB4B-37DD-EFDC-B266-DEE4799AE1E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853" y="6173960"/>
            <a:ext cx="425285" cy="425285"/>
          </a:xfrm>
          <a:prstGeom prst="rect">
            <a:avLst/>
          </a:prstGeom>
        </p:spPr>
      </p:pic>
      <p:pic>
        <p:nvPicPr>
          <p:cNvPr id="11" name="Immagine 10" descr="Immagine che contiene simbolo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5B879315-11CC-EBBF-623F-388B8F47A12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3793" y="6195418"/>
            <a:ext cx="425286" cy="425286"/>
          </a:xfrm>
          <a:prstGeom prst="rect">
            <a:avLst/>
          </a:prstGeom>
        </p:spPr>
      </p:pic>
      <p:pic>
        <p:nvPicPr>
          <p:cNvPr id="13" name="Immagine 12" descr="Immagine che contiene simbolo, Elementi grafici, arte, design&#10;&#10;Il contenuto generato dall'IA potrebbe non essere corretto.">
            <a:extLst>
              <a:ext uri="{FF2B5EF4-FFF2-40B4-BE49-F238E27FC236}">
                <a16:creationId xmlns:a16="http://schemas.microsoft.com/office/drawing/2014/main" id="{3DEF5E83-A36B-1A5B-9DEE-921697872BE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8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6653" y="6195418"/>
            <a:ext cx="425286" cy="425286"/>
          </a:xfrm>
          <a:prstGeom prst="rect">
            <a:avLst/>
          </a:prstGeom>
        </p:spPr>
      </p:pic>
      <p:pic>
        <p:nvPicPr>
          <p:cNvPr id="14" name="Immagine 13" descr="Immagine che contiene Elementi grafici, grafica, simbolo, Carattere&#10;&#10;Il contenuto generato dall'IA potrebbe non essere corretto.">
            <a:extLst>
              <a:ext uri="{FF2B5EF4-FFF2-40B4-BE49-F238E27FC236}">
                <a16:creationId xmlns:a16="http://schemas.microsoft.com/office/drawing/2014/main" id="{2134AC28-4FC4-ED9E-73F2-D9150F4B947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0137" y="6201694"/>
            <a:ext cx="425286" cy="425286"/>
          </a:xfrm>
          <a:prstGeom prst="rect">
            <a:avLst/>
          </a:prstGeom>
        </p:spPr>
      </p:pic>
      <p:pic>
        <p:nvPicPr>
          <p:cNvPr id="15" name="Immagine 14" descr="Immagine che contiene schermata, Blu elettrico, simbolo, numero&#10;&#10;Il contenuto generato dall'IA potrebbe non essere corretto.">
            <a:extLst>
              <a:ext uri="{FF2B5EF4-FFF2-40B4-BE49-F238E27FC236}">
                <a16:creationId xmlns:a16="http://schemas.microsoft.com/office/drawing/2014/main" id="{54C8880B-3E26-7465-66D5-320F663010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167" y="6195419"/>
            <a:ext cx="425285" cy="425285"/>
          </a:xfrm>
          <a:prstGeom prst="rect">
            <a:avLst/>
          </a:prstGeom>
        </p:spPr>
      </p:pic>
      <p:pic>
        <p:nvPicPr>
          <p:cNvPr id="16" name="Immagine 15" descr="Immagine che contiene triangolo, simbolo, linea, stella&#10;&#10;Il contenuto generato dall'IA potrebbe non essere corretto.">
            <a:extLst>
              <a:ext uri="{FF2B5EF4-FFF2-40B4-BE49-F238E27FC236}">
                <a16:creationId xmlns:a16="http://schemas.microsoft.com/office/drawing/2014/main" id="{882E012A-EC73-4CB1-236A-DAFFF8A7DE8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296" y="6408061"/>
            <a:ext cx="277176" cy="277176"/>
          </a:xfrm>
          <a:prstGeom prst="rect">
            <a:avLst/>
          </a:prstGeom>
        </p:spPr>
      </p:pic>
      <p:pic>
        <p:nvPicPr>
          <p:cNvPr id="17" name="Immagine 16" descr="Immagine che contiene simbolo, Elementi grafici, Carattere&#10;&#10;Il contenuto generato dall'IA potrebbe non essere corretto.">
            <a:extLst>
              <a:ext uri="{FF2B5EF4-FFF2-40B4-BE49-F238E27FC236}">
                <a16:creationId xmlns:a16="http://schemas.microsoft.com/office/drawing/2014/main" id="{79208194-7397-ABB6-90BD-FC7F142CE31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8431" y="6195418"/>
            <a:ext cx="425287" cy="425287"/>
          </a:xfrm>
          <a:prstGeom prst="rect">
            <a:avLst/>
          </a:prstGeom>
        </p:spPr>
      </p:pic>
      <p:pic>
        <p:nvPicPr>
          <p:cNvPr id="18" name="Immagine 17" descr="Immagine che contiene schermata, Elementi grafici, Carattere, Blu elettrico&#10;&#10;Il contenuto generato dall'IA potrebbe non essere corretto.">
            <a:extLst>
              <a:ext uri="{FF2B5EF4-FFF2-40B4-BE49-F238E27FC236}">
                <a16:creationId xmlns:a16="http://schemas.microsoft.com/office/drawing/2014/main" id="{2C0D7B6E-3058-AC5F-7861-28BFDB3B554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878" y="6173960"/>
            <a:ext cx="446744" cy="446744"/>
          </a:xfrm>
          <a:prstGeom prst="rect">
            <a:avLst/>
          </a:prstGeom>
        </p:spPr>
      </p:pic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DB9CED24-5E9C-A1B6-4586-34CAE29DD6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207666" y="1653379"/>
            <a:ext cx="5161288" cy="3225805"/>
          </a:xfrm>
          <a:prstGeom prst="roundRect">
            <a:avLst>
              <a:gd name="adj" fmla="val 6588"/>
            </a:avLst>
          </a:prstGeom>
          <a:blipFill>
            <a:blip r:embed="rId14"/>
            <a:stretch>
              <a:fillRect/>
            </a:stretch>
          </a:blip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1D14DB8F-4D04-D3F7-6FF1-D940817BCC1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693477" y="2310460"/>
            <a:ext cx="376628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255E"/>
                </a:solidFill>
                <a:latin typeface="Abadi" panose="020B0604020104020204" pitchFamily="34" charset="0"/>
              </a:rPr>
              <a:t>Compared to mobile deployment, edge execution delivers substantial energy savings, optimizing performance without relying on cloud infrastructure.</a:t>
            </a:r>
            <a:endParaRPr lang="it-IT">
              <a:solidFill>
                <a:srgbClr val="00255E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91994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40000">
              <a:srgbClr val="EFF0F4"/>
            </a:gs>
            <a:gs pos="0">
              <a:srgbClr val="D3DCEE"/>
            </a:gs>
            <a:gs pos="100000">
              <a:srgbClr val="D3DCEE"/>
            </a:gs>
          </a:gsLst>
          <a:lin ang="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AD60B0-A9F4-9ACD-56F2-705472FF6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ttangolo con angoli arrotondati 39">
            <a:extLst>
              <a:ext uri="{FF2B5EF4-FFF2-40B4-BE49-F238E27FC236}">
                <a16:creationId xmlns:a16="http://schemas.microsoft.com/office/drawing/2014/main" id="{2E5F4352-C2F2-D053-5C38-3B47CA784E6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8298" y="-38604"/>
            <a:ext cx="12208596" cy="6896604"/>
          </a:xfrm>
          <a:prstGeom prst="roundRect">
            <a:avLst>
              <a:gd name="adj" fmla="val 0"/>
            </a:avLst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76FDD82F-DA9C-E6B0-16D6-EA4CC4BD9AB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7792" y="3131760"/>
            <a:ext cx="2103406" cy="2237393"/>
          </a:xfrm>
          <a:prstGeom prst="roundRect">
            <a:avLst>
              <a:gd name="adj" fmla="val 11494"/>
            </a:avLst>
          </a:prstGeom>
          <a:solidFill>
            <a:srgbClr val="E7DF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4C760167-1934-7C8B-314A-848B06E522A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32130" y="4374137"/>
            <a:ext cx="17655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solidFill>
                  <a:srgbClr val="00255E"/>
                </a:solidFill>
                <a:latin typeface="Abadi" panose="020B0604020104020204" pitchFamily="34" charset="0"/>
              </a:rPr>
              <a:t>Real-time EEG Signal Processing</a:t>
            </a:r>
            <a:endParaRPr lang="en-GB" sz="1600" noProof="0">
              <a:solidFill>
                <a:srgbClr val="00255E"/>
              </a:solidFill>
              <a:latin typeface="Abadi" panose="020B0604020104020204" pitchFamily="34" charset="0"/>
            </a:endParaRPr>
          </a:p>
        </p:txBody>
      </p:sp>
      <p:grpSp>
        <p:nvGrpSpPr>
          <p:cNvPr id="19" name="Gruppo 18">
            <a:extLst>
              <a:ext uri="{FF2B5EF4-FFF2-40B4-BE49-F238E27FC236}">
                <a16:creationId xmlns:a16="http://schemas.microsoft.com/office/drawing/2014/main" id="{B6124CC0-4D6C-47CC-57CB-8E6AA660856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107283" y="2439800"/>
            <a:ext cx="1615289" cy="1615289"/>
            <a:chOff x="5395111" y="2188062"/>
            <a:chExt cx="1615289" cy="1615289"/>
          </a:xfrm>
        </p:grpSpPr>
        <p:sp>
          <p:nvSpPr>
            <p:cNvPr id="18" name="Ovale 17">
              <a:extLst>
                <a:ext uri="{FF2B5EF4-FFF2-40B4-BE49-F238E27FC236}">
                  <a16:creationId xmlns:a16="http://schemas.microsoft.com/office/drawing/2014/main" id="{C768ADAB-ABC6-0262-2FC8-585D82F04C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33884" y="2418734"/>
              <a:ext cx="1150374" cy="1160207"/>
            </a:xfrm>
            <a:prstGeom prst="ellipse">
              <a:avLst/>
            </a:prstGeom>
            <a:solidFill>
              <a:srgbClr val="EAE8F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6" name="Immagine 15" descr="Immagine che contiene cerchio, cartone animato, Elementi grafici, clipart&#10;&#10;Il contenuto generato dall'IA potrebbe non essere corretto.">
              <a:extLst>
                <a:ext uri="{FF2B5EF4-FFF2-40B4-BE49-F238E27FC236}">
                  <a16:creationId xmlns:a16="http://schemas.microsoft.com/office/drawing/2014/main" id="{452BEF40-AB97-4F4F-89AB-5F70DEB1B56C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95111" y="2188062"/>
              <a:ext cx="1615289" cy="1615289"/>
            </a:xfrm>
            <a:prstGeom prst="rect">
              <a:avLst/>
            </a:prstGeom>
          </p:spPr>
        </p:pic>
      </p:grpSp>
      <p:sp>
        <p:nvSpPr>
          <p:cNvPr id="41" name="Rettangolo con angoli arrotondati 40">
            <a:extLst>
              <a:ext uri="{FF2B5EF4-FFF2-40B4-BE49-F238E27FC236}">
                <a16:creationId xmlns:a16="http://schemas.microsoft.com/office/drawing/2014/main" id="{CF5FA7C4-E4D3-E1DE-52B6-1F72C78323B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207666" y="1653379"/>
            <a:ext cx="5161288" cy="3225805"/>
          </a:xfrm>
          <a:prstGeom prst="roundRect">
            <a:avLst>
              <a:gd name="adj" fmla="val 6588"/>
            </a:avLst>
          </a:prstGeom>
          <a:blipFill dpi="0" rotWithShape="1">
            <a:blip r:embed="rId4">
              <a:alphaModFix amt="0"/>
            </a:blip>
            <a:srcRect/>
            <a:stretch>
              <a:fillRect/>
            </a:stretch>
          </a:blip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57A940A9-969B-81DD-19D3-8E7BA091611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48690" y="3131759"/>
            <a:ext cx="2103406" cy="2237393"/>
          </a:xfrm>
          <a:prstGeom prst="roundRect">
            <a:avLst>
              <a:gd name="adj" fmla="val 11494"/>
            </a:avLst>
          </a:prstGeom>
          <a:solidFill>
            <a:srgbClr val="E7DF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D34BB6E7-8014-4D7D-13DA-CD98E3B290B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42132" y="373865"/>
            <a:ext cx="90716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600" b="1" err="1">
                <a:solidFill>
                  <a:srgbClr val="00255E"/>
                </a:solidFill>
                <a:latin typeface="Abadi" panose="020B0604020104020204" pitchFamily="34" charset="0"/>
              </a:rPr>
              <a:t>Conclusions</a:t>
            </a:r>
            <a:endParaRPr lang="it-IT" sz="3600" b="1">
              <a:solidFill>
                <a:srgbClr val="00255E"/>
              </a:solidFill>
              <a:latin typeface="Abadi" panose="020B0604020104020204" pitchFamily="34" charset="0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00615E2-2101-5E4D-B4E0-2B2D5E50D60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3675" y="1354996"/>
            <a:ext cx="2634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noProof="0">
                <a:solidFill>
                  <a:srgbClr val="00255E"/>
                </a:solidFill>
                <a:latin typeface="Abadi" panose="020B0604020104020204" pitchFamily="34" charset="0"/>
              </a:rPr>
              <a:t>Key Strengths</a:t>
            </a:r>
            <a:r>
              <a:rPr lang="en-GB" sz="1400" noProof="0">
                <a:solidFill>
                  <a:srgbClr val="00255E"/>
                </a:solidFill>
                <a:latin typeface="Abadi" panose="020B0604020104020204" pitchFamily="34" charset="0"/>
              </a:rPr>
              <a:t> of NeuroVibe:</a:t>
            </a:r>
          </a:p>
        </p:txBody>
      </p: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D97B3C76-4ABB-3BB2-3CBF-BD2DE5B398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769967" y="3131760"/>
            <a:ext cx="2103406" cy="2237393"/>
          </a:xfrm>
          <a:prstGeom prst="roundRect">
            <a:avLst>
              <a:gd name="adj" fmla="val 11494"/>
            </a:avLst>
          </a:prstGeom>
          <a:solidFill>
            <a:srgbClr val="E7DF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0" name="Immagine 9" descr="Immagine che contiene Elementi grafici, clipart, cerchio, cartone animato&#10;&#10;Il contenuto generato dall'IA potrebbe non essere corretto.">
            <a:extLst>
              <a:ext uri="{FF2B5EF4-FFF2-40B4-BE49-F238E27FC236}">
                <a16:creationId xmlns:a16="http://schemas.microsoft.com/office/drawing/2014/main" id="{C44F9B59-CA8D-4541-D8DD-169307AA46E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899" y="2435492"/>
            <a:ext cx="1615289" cy="1615289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B45EB2F2-3FAD-A724-4625-33AA7E20051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937746" y="4374764"/>
            <a:ext cx="17655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solidFill>
                  <a:srgbClr val="00255E"/>
                </a:solidFill>
                <a:latin typeface="Abadi" panose="020B0604020104020204" pitchFamily="34" charset="0"/>
              </a:rPr>
              <a:t>Embedded Machine Learning</a:t>
            </a:r>
            <a:endParaRPr lang="en-GB" sz="1600" noProof="0">
              <a:solidFill>
                <a:srgbClr val="00255E"/>
              </a:solidFill>
              <a:latin typeface="Abadi" panose="020B0604020104020204" pitchFamily="34" charset="0"/>
            </a:endParaRPr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3AF9DDD0-5577-0418-D5B2-9701C941CC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509329" y="3131760"/>
            <a:ext cx="2103406" cy="2237393"/>
          </a:xfrm>
          <a:prstGeom prst="roundRect">
            <a:avLst>
              <a:gd name="adj" fmla="val 11494"/>
            </a:avLst>
          </a:prstGeom>
          <a:solidFill>
            <a:srgbClr val="E7DF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1" name="Immagine 10" descr="Immagine che contiene cerchio, Elementi grafici, creatività&#10;&#10;Il contenuto generato dall'IA potrebbe non essere corretto.">
            <a:extLst>
              <a:ext uri="{FF2B5EF4-FFF2-40B4-BE49-F238E27FC236}">
                <a16:creationId xmlns:a16="http://schemas.microsoft.com/office/drawing/2014/main" id="{CA6EE4EF-71AF-6E3C-2D2E-9C14353F086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3387" y="2435491"/>
            <a:ext cx="1615289" cy="1615289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62BD739D-2FBE-7203-4AA1-E4459991744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678234" y="4497874"/>
            <a:ext cx="1765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solidFill>
                  <a:srgbClr val="00255E"/>
                </a:solidFill>
                <a:latin typeface="Abadi" panose="020B0604020104020204" pitchFamily="34" charset="0"/>
              </a:rPr>
              <a:t>Wi-Fi connection</a:t>
            </a:r>
            <a:endParaRPr lang="en-GB" sz="1600" noProof="0">
              <a:solidFill>
                <a:srgbClr val="00255E"/>
              </a:solidFill>
              <a:latin typeface="Abadi" panose="020B0604020104020204" pitchFamily="34" charset="0"/>
            </a:endParaRPr>
          </a:p>
        </p:txBody>
      </p:sp>
      <p:pic>
        <p:nvPicPr>
          <p:cNvPr id="17" name="Immagine 16" descr="Immagine che contiene Elementi grafici, grafica, clipart, creatività&#10;&#10;Il contenuto generato dall'IA potrebbe non essere corretto.">
            <a:extLst>
              <a:ext uri="{FF2B5EF4-FFF2-40B4-BE49-F238E27FC236}">
                <a16:creationId xmlns:a16="http://schemas.microsoft.com/office/drawing/2014/main" id="{74995809-CF12-75A8-271B-7F6E33EFE38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5082" y="1248372"/>
            <a:ext cx="553618" cy="553618"/>
          </a:xfrm>
          <a:prstGeom prst="rect">
            <a:avLst/>
          </a:prstGeom>
        </p:spPr>
      </p:pic>
      <p:pic>
        <p:nvPicPr>
          <p:cNvPr id="21" name="Immagine 20" descr="Immagine che contiene Elementi grafici, grafica, clipart, creatività&#10;&#10;Il contenuto generato dall'IA potrebbe non essere corretto.">
            <a:extLst>
              <a:ext uri="{FF2B5EF4-FFF2-40B4-BE49-F238E27FC236}">
                <a16:creationId xmlns:a16="http://schemas.microsoft.com/office/drawing/2014/main" id="{A2524907-B16A-6F32-8677-F455E0DB195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443352" y="1247464"/>
            <a:ext cx="553618" cy="553618"/>
          </a:xfrm>
          <a:prstGeom prst="rect">
            <a:avLst/>
          </a:prstGeom>
        </p:spPr>
      </p:pic>
      <p:sp>
        <p:nvSpPr>
          <p:cNvPr id="22" name="Parentesi quadra aperta 21">
            <a:extLst>
              <a:ext uri="{FF2B5EF4-FFF2-40B4-BE49-F238E27FC236}">
                <a16:creationId xmlns:a16="http://schemas.microsoft.com/office/drawing/2014/main" id="{35FAB0FE-DF77-1DE3-F495-FEDDC01927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5976308" y="-2017430"/>
            <a:ext cx="215789" cy="8314160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26" name="Connettore diritto 25">
            <a:extLst>
              <a:ext uri="{FF2B5EF4-FFF2-40B4-BE49-F238E27FC236}">
                <a16:creationId xmlns:a16="http://schemas.microsoft.com/office/drawing/2014/main" id="{C870072D-77AB-F50B-BDCF-91AAF315B803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4819527" y="2024859"/>
            <a:ext cx="0" cy="1795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Immagine 8" descr="Immagine che contiene simbolo, Elementi grafici, arte, design&#10;&#10;Il contenuto generato dall'IA potrebbe non essere corretto.">
            <a:extLst>
              <a:ext uri="{FF2B5EF4-FFF2-40B4-BE49-F238E27FC236}">
                <a16:creationId xmlns:a16="http://schemas.microsoft.com/office/drawing/2014/main" id="{58E64B6B-585F-9A00-9702-F440F7CD888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927" y="281370"/>
            <a:ext cx="704205" cy="704205"/>
          </a:xfrm>
          <a:prstGeom prst="rect">
            <a:avLst/>
          </a:prstGeom>
        </p:spPr>
      </p:pic>
      <p:pic>
        <p:nvPicPr>
          <p:cNvPr id="15" name="Immagine 14" descr="Immagine che contiene cerchio, schermata, Elementi grafici, simbolo&#10;&#10;Il contenuto generato dall'IA potrebbe non essere corretto.">
            <a:extLst>
              <a:ext uri="{FF2B5EF4-FFF2-40B4-BE49-F238E27FC236}">
                <a16:creationId xmlns:a16="http://schemas.microsoft.com/office/drawing/2014/main" id="{B940CF33-939A-3263-34D6-DD87715D8C2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2748" y="2435490"/>
            <a:ext cx="1615289" cy="1615289"/>
          </a:xfrm>
          <a:prstGeom prst="rect">
            <a:avLst/>
          </a:prstGeom>
        </p:spPr>
      </p:pic>
      <p:cxnSp>
        <p:nvCxnSpPr>
          <p:cNvPr id="35" name="Connettore diritto 34">
            <a:extLst>
              <a:ext uri="{FF2B5EF4-FFF2-40B4-BE49-F238E27FC236}">
                <a16:creationId xmlns:a16="http://schemas.microsoft.com/office/drawing/2014/main" id="{7C18428E-2194-2B86-7E30-8166875B1216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561031" y="2024859"/>
            <a:ext cx="0" cy="1795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CDB1F38A-D95D-7582-07FB-5F6667493DE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492748" y="3988700"/>
            <a:ext cx="161528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solidFill>
                  <a:srgbClr val="00255E"/>
                </a:solidFill>
                <a:latin typeface="Abadi" panose="020B0604020104020204" pitchFamily="34" charset="0"/>
              </a:rPr>
              <a:t>Edge computing enables real-time inference directly on nearby devices</a:t>
            </a:r>
            <a:endParaRPr lang="it-IT" sz="1600">
              <a:solidFill>
                <a:srgbClr val="00255E"/>
              </a:solidFill>
              <a:latin typeface="Abadi" panose="020B0604020104020204" pitchFamily="34" charset="0"/>
            </a:endParaRPr>
          </a:p>
        </p:txBody>
      </p:sp>
      <p:pic>
        <p:nvPicPr>
          <p:cNvPr id="2" name="Immagine 1" descr="Immagine che contiene Elementi grafici, schermata, simbolo, Carattere&#10;&#10;Il contenuto generato dall'IA potrebbe non essere corretto.">
            <a:extLst>
              <a:ext uri="{FF2B5EF4-FFF2-40B4-BE49-F238E27FC236}">
                <a16:creationId xmlns:a16="http://schemas.microsoft.com/office/drawing/2014/main" id="{1E232628-36C6-2FEA-D3DC-557E060BED4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853" y="6173960"/>
            <a:ext cx="425285" cy="425285"/>
          </a:xfrm>
          <a:prstGeom prst="rect">
            <a:avLst/>
          </a:prstGeom>
        </p:spPr>
      </p:pic>
      <p:pic>
        <p:nvPicPr>
          <p:cNvPr id="23" name="Immagine 22" descr="Immagine che contiene simbolo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F14B6023-6772-9C1D-DD81-59886119ADD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3793" y="6195418"/>
            <a:ext cx="425286" cy="425286"/>
          </a:xfrm>
          <a:prstGeom prst="rect">
            <a:avLst/>
          </a:prstGeom>
        </p:spPr>
      </p:pic>
      <p:pic>
        <p:nvPicPr>
          <p:cNvPr id="24" name="Immagine 23" descr="Immagine che contiene simbolo, Elementi grafici, arte, design&#10;&#10;Il contenuto generato dall'IA potrebbe non essere corretto.">
            <a:extLst>
              <a:ext uri="{FF2B5EF4-FFF2-40B4-BE49-F238E27FC236}">
                <a16:creationId xmlns:a16="http://schemas.microsoft.com/office/drawing/2014/main" id="{B64E9CF0-BC3F-B245-D9F8-00A8E244794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3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6653" y="6195418"/>
            <a:ext cx="425286" cy="425286"/>
          </a:xfrm>
          <a:prstGeom prst="rect">
            <a:avLst/>
          </a:prstGeom>
        </p:spPr>
      </p:pic>
      <p:pic>
        <p:nvPicPr>
          <p:cNvPr id="25" name="Immagine 24" descr="Immagine che contiene Elementi grafici, grafica, simbolo, Carattere&#10;&#10;Il contenuto generato dall'IA potrebbe non essere corretto.">
            <a:extLst>
              <a:ext uri="{FF2B5EF4-FFF2-40B4-BE49-F238E27FC236}">
                <a16:creationId xmlns:a16="http://schemas.microsoft.com/office/drawing/2014/main" id="{15088C6D-388E-EAC3-0979-1319AD66EB5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0137" y="6201694"/>
            <a:ext cx="425286" cy="425286"/>
          </a:xfrm>
          <a:prstGeom prst="rect">
            <a:avLst/>
          </a:prstGeom>
        </p:spPr>
      </p:pic>
      <p:pic>
        <p:nvPicPr>
          <p:cNvPr id="27" name="Immagine 26" descr="Immagine che contiene schermata, Blu elettrico, simbolo, numero&#10;&#10;Il contenuto generato dall'IA potrebbe non essere corretto.">
            <a:extLst>
              <a:ext uri="{FF2B5EF4-FFF2-40B4-BE49-F238E27FC236}">
                <a16:creationId xmlns:a16="http://schemas.microsoft.com/office/drawing/2014/main" id="{2C93AB10-7BC7-D73E-2469-A1AF56354DA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167" y="6195419"/>
            <a:ext cx="425285" cy="425285"/>
          </a:xfrm>
          <a:prstGeom prst="rect">
            <a:avLst/>
          </a:prstGeom>
        </p:spPr>
      </p:pic>
      <p:pic>
        <p:nvPicPr>
          <p:cNvPr id="28" name="Immagine 27" descr="Immagine che contiene triangolo, simbolo, linea, stella&#10;&#10;Il contenuto generato dall'IA potrebbe non essere corretto.">
            <a:extLst>
              <a:ext uri="{FF2B5EF4-FFF2-40B4-BE49-F238E27FC236}">
                <a16:creationId xmlns:a16="http://schemas.microsoft.com/office/drawing/2014/main" id="{6FCAD022-25BF-F3BF-01D2-9E2189E7B46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296" y="6408061"/>
            <a:ext cx="277176" cy="277176"/>
          </a:xfrm>
          <a:prstGeom prst="rect">
            <a:avLst/>
          </a:prstGeom>
        </p:spPr>
      </p:pic>
      <p:pic>
        <p:nvPicPr>
          <p:cNvPr id="29" name="Immagine 28" descr="Immagine che contiene simbolo, Elementi grafici, Carattere&#10;&#10;Il contenuto generato dall'IA potrebbe non essere corretto.">
            <a:extLst>
              <a:ext uri="{FF2B5EF4-FFF2-40B4-BE49-F238E27FC236}">
                <a16:creationId xmlns:a16="http://schemas.microsoft.com/office/drawing/2014/main" id="{469775EC-6602-D2D2-2286-34EFBC402C1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8431" y="6195418"/>
            <a:ext cx="425287" cy="425287"/>
          </a:xfrm>
          <a:prstGeom prst="rect">
            <a:avLst/>
          </a:prstGeom>
        </p:spPr>
      </p:pic>
      <p:pic>
        <p:nvPicPr>
          <p:cNvPr id="30" name="Immagine 29" descr="Immagine che contiene schermata, Elementi grafici, Carattere, Blu elettrico&#10;&#10;Il contenuto generato dall'IA potrebbe non essere corretto.">
            <a:extLst>
              <a:ext uri="{FF2B5EF4-FFF2-40B4-BE49-F238E27FC236}">
                <a16:creationId xmlns:a16="http://schemas.microsoft.com/office/drawing/2014/main" id="{DD4C2AC9-999D-B178-12EC-8036E8D58AC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878" y="6173960"/>
            <a:ext cx="446744" cy="446744"/>
          </a:xfrm>
          <a:prstGeom prst="rect">
            <a:avLst/>
          </a:prstGeom>
        </p:spPr>
      </p:pic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AA9C9CC2-A4EB-03A8-FA8A-680188FD599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955921" y="185195"/>
            <a:ext cx="896556" cy="896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7820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40000">
              <a:srgbClr val="EFF0F4"/>
            </a:gs>
            <a:gs pos="0">
              <a:srgbClr val="D3DCEE"/>
            </a:gs>
            <a:gs pos="100000">
              <a:srgbClr val="D3DCEE"/>
            </a:gs>
          </a:gsLst>
          <a:lin ang="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735E20-8A60-E2CB-6534-0A3472A19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ttangolo con angoli arrotondati 51">
            <a:extLst>
              <a:ext uri="{FF2B5EF4-FFF2-40B4-BE49-F238E27FC236}">
                <a16:creationId xmlns:a16="http://schemas.microsoft.com/office/drawing/2014/main" id="{7455E24E-1B61-AE97-D237-795BAA85E3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643617" y="-152400"/>
            <a:ext cx="13128172" cy="7162800"/>
          </a:xfrm>
          <a:prstGeom prst="roundRect">
            <a:avLst>
              <a:gd name="adj" fmla="val 0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9" name="Immagine 48" descr="Immagine che contiene schermata, smartphone&#10;&#10;Il contenuto generato dall'IA potrebbe non essere corretto.">
            <a:extLst>
              <a:ext uri="{FF2B5EF4-FFF2-40B4-BE49-F238E27FC236}">
                <a16:creationId xmlns:a16="http://schemas.microsoft.com/office/drawing/2014/main" id="{78CE80E6-7B35-F573-7999-24937A22C1F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781641" y="-3537119"/>
            <a:ext cx="8232478" cy="13959840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DFB09EBD-DEE4-DED1-4634-35D4106DB24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42132" y="373865"/>
            <a:ext cx="90716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600" b="1">
                <a:solidFill>
                  <a:srgbClr val="00255E"/>
                </a:solidFill>
                <a:latin typeface="Abadi" panose="020B0604020104020204" pitchFamily="34" charset="0"/>
              </a:rPr>
              <a:t>Future </a:t>
            </a:r>
            <a:r>
              <a:rPr lang="it-IT" sz="3600" b="1" err="1">
                <a:solidFill>
                  <a:srgbClr val="00255E"/>
                </a:solidFill>
                <a:latin typeface="Abadi" panose="020B0604020104020204" pitchFamily="34" charset="0"/>
              </a:rPr>
              <a:t>developments</a:t>
            </a:r>
            <a:endParaRPr lang="it-IT" sz="3600" b="1">
              <a:solidFill>
                <a:srgbClr val="00255E"/>
              </a:solidFill>
              <a:latin typeface="Abadi" panose="020B0604020104020204" pitchFamily="34" charset="0"/>
            </a:endParaRPr>
          </a:p>
        </p:txBody>
      </p:sp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04A20D9F-AACF-86D5-1E29-C062C9AACF5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55921" y="185195"/>
            <a:ext cx="896556" cy="896556"/>
          </a:xfrm>
          <a:prstGeom prst="rect">
            <a:avLst/>
          </a:prstGeom>
        </p:spPr>
      </p:pic>
      <p:pic>
        <p:nvPicPr>
          <p:cNvPr id="6" name="Immagine 5" descr="Immagine che contiene Elementi grafici, grafica, simbolo, Carattere&#10;&#10;Il contenuto generato dall'IA potrebbe non essere corretto.">
            <a:extLst>
              <a:ext uri="{FF2B5EF4-FFF2-40B4-BE49-F238E27FC236}">
                <a16:creationId xmlns:a16="http://schemas.microsoft.com/office/drawing/2014/main" id="{C313CA30-ECE0-014D-F6C8-6DB7E7348EE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095" y="253159"/>
            <a:ext cx="767037" cy="767037"/>
          </a:xfrm>
          <a:prstGeom prst="rect">
            <a:avLst/>
          </a:prstGeom>
        </p:spPr>
      </p:pic>
      <p:pic>
        <p:nvPicPr>
          <p:cNvPr id="5" name="Immagine 4" descr="Immagine che contiene Elementi grafici, schermata, simbolo, Carattere&#10;&#10;Il contenuto generato dall'IA potrebbe non essere corretto.">
            <a:extLst>
              <a:ext uri="{FF2B5EF4-FFF2-40B4-BE49-F238E27FC236}">
                <a16:creationId xmlns:a16="http://schemas.microsoft.com/office/drawing/2014/main" id="{34603A11-5976-F9A6-80F0-C425AE1F190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853" y="6173960"/>
            <a:ext cx="425285" cy="425285"/>
          </a:xfrm>
          <a:prstGeom prst="rect">
            <a:avLst/>
          </a:prstGeom>
        </p:spPr>
      </p:pic>
      <p:pic>
        <p:nvPicPr>
          <p:cNvPr id="8" name="Immagine 7" descr="Immagine che contiene simbolo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08879D6D-0154-9A63-1C8C-575B5B9A99A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3793" y="6195418"/>
            <a:ext cx="425286" cy="425286"/>
          </a:xfrm>
          <a:prstGeom prst="rect">
            <a:avLst/>
          </a:prstGeom>
        </p:spPr>
      </p:pic>
      <p:pic>
        <p:nvPicPr>
          <p:cNvPr id="9" name="Immagine 8" descr="Immagine che contiene simbolo, Elementi grafici, arte, design&#10;&#10;Il contenuto generato dall'IA potrebbe non essere corretto.">
            <a:extLst>
              <a:ext uri="{FF2B5EF4-FFF2-40B4-BE49-F238E27FC236}">
                <a16:creationId xmlns:a16="http://schemas.microsoft.com/office/drawing/2014/main" id="{66AFC51D-A55D-E942-17CF-DD2191DA703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6653" y="6195418"/>
            <a:ext cx="425286" cy="425286"/>
          </a:xfrm>
          <a:prstGeom prst="rect">
            <a:avLst/>
          </a:prstGeom>
        </p:spPr>
      </p:pic>
      <p:pic>
        <p:nvPicPr>
          <p:cNvPr id="10" name="Immagine 9" descr="Immagine che contiene Elementi grafici, grafica, simbolo, Carattere&#10;&#10;Il contenuto generato dall'IA potrebbe non essere corretto.">
            <a:extLst>
              <a:ext uri="{FF2B5EF4-FFF2-40B4-BE49-F238E27FC236}">
                <a16:creationId xmlns:a16="http://schemas.microsoft.com/office/drawing/2014/main" id="{370255BC-1C66-33FA-EFF5-884DE89922B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1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0137" y="6201694"/>
            <a:ext cx="425286" cy="425286"/>
          </a:xfrm>
          <a:prstGeom prst="rect">
            <a:avLst/>
          </a:prstGeom>
        </p:spPr>
      </p:pic>
      <p:pic>
        <p:nvPicPr>
          <p:cNvPr id="11" name="Immagine 10" descr="Immagine che contiene schermata, Blu elettrico, simbolo, numero&#10;&#10;Il contenuto generato dall'IA potrebbe non essere corretto.">
            <a:extLst>
              <a:ext uri="{FF2B5EF4-FFF2-40B4-BE49-F238E27FC236}">
                <a16:creationId xmlns:a16="http://schemas.microsoft.com/office/drawing/2014/main" id="{C29C0A5A-C844-9CC6-ACF5-464EE0CFF36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167" y="6195419"/>
            <a:ext cx="425285" cy="425285"/>
          </a:xfrm>
          <a:prstGeom prst="rect">
            <a:avLst/>
          </a:prstGeom>
        </p:spPr>
      </p:pic>
      <p:pic>
        <p:nvPicPr>
          <p:cNvPr id="12" name="Immagine 11" descr="Immagine che contiene triangolo, simbolo, linea, stella&#10;&#10;Il contenuto generato dall'IA potrebbe non essere corretto.">
            <a:extLst>
              <a:ext uri="{FF2B5EF4-FFF2-40B4-BE49-F238E27FC236}">
                <a16:creationId xmlns:a16="http://schemas.microsoft.com/office/drawing/2014/main" id="{71F26949-C20F-9E28-BAD4-91B21162FB4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9888" y="6408061"/>
            <a:ext cx="277176" cy="277176"/>
          </a:xfrm>
          <a:prstGeom prst="rect">
            <a:avLst/>
          </a:prstGeom>
        </p:spPr>
      </p:pic>
      <p:pic>
        <p:nvPicPr>
          <p:cNvPr id="13" name="Immagine 12" descr="Immagine che contiene simbolo, Elementi grafici, Carattere&#10;&#10;Il contenuto generato dall'IA potrebbe non essere corretto.">
            <a:extLst>
              <a:ext uri="{FF2B5EF4-FFF2-40B4-BE49-F238E27FC236}">
                <a16:creationId xmlns:a16="http://schemas.microsoft.com/office/drawing/2014/main" id="{9B38A09B-36FC-DEDE-EE86-8968CD1CD0A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8431" y="6195418"/>
            <a:ext cx="425287" cy="425287"/>
          </a:xfrm>
          <a:prstGeom prst="rect">
            <a:avLst/>
          </a:prstGeom>
        </p:spPr>
      </p:pic>
      <p:pic>
        <p:nvPicPr>
          <p:cNvPr id="14" name="Immagine 13" descr="Immagine che contiene schermata, Elementi grafici, Carattere, Blu elettrico&#10;&#10;Il contenuto generato dall'IA potrebbe non essere corretto.">
            <a:extLst>
              <a:ext uri="{FF2B5EF4-FFF2-40B4-BE49-F238E27FC236}">
                <a16:creationId xmlns:a16="http://schemas.microsoft.com/office/drawing/2014/main" id="{68B7B7F6-82C2-BD66-AB4C-67E4C3BAD6A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878" y="6173960"/>
            <a:ext cx="446744" cy="446744"/>
          </a:xfrm>
          <a:prstGeom prst="rect">
            <a:avLst/>
          </a:prstGeom>
        </p:spPr>
      </p:pic>
      <p:cxnSp>
        <p:nvCxnSpPr>
          <p:cNvPr id="16" name="Connettore diritto 15">
            <a:extLst>
              <a:ext uri="{FF2B5EF4-FFF2-40B4-BE49-F238E27FC236}">
                <a16:creationId xmlns:a16="http://schemas.microsoft.com/office/drawing/2014/main" id="{97171B68-9FF8-9EB5-4FB6-269AAC95EA66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3429000"/>
            <a:ext cx="12192000" cy="0"/>
          </a:xfrm>
          <a:prstGeom prst="line">
            <a:avLst/>
          </a:prstGeom>
          <a:ln w="38100">
            <a:solidFill>
              <a:srgbClr val="002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ttangolo con angoli arrotondati 23">
            <a:extLst>
              <a:ext uri="{FF2B5EF4-FFF2-40B4-BE49-F238E27FC236}">
                <a16:creationId xmlns:a16="http://schemas.microsoft.com/office/drawing/2014/main" id="{A968467E-116C-4ACF-1865-7E359C092F8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5626" y="3858726"/>
            <a:ext cx="3990573" cy="94985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B4109E"/>
              </a:gs>
              <a:gs pos="95000">
                <a:srgbClr val="00255E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5" name="Immagine 24">
            <a:extLst>
              <a:ext uri="{FF2B5EF4-FFF2-40B4-BE49-F238E27FC236}">
                <a16:creationId xmlns:a16="http://schemas.microsoft.com/office/drawing/2014/main" id="{B1FB32A3-E5EC-71B2-632D-6A6FE305ACE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59403" y="3919471"/>
            <a:ext cx="828364" cy="828364"/>
          </a:xfrm>
          <a:prstGeom prst="rect">
            <a:avLst/>
          </a:prstGeom>
        </p:spPr>
      </p:pic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C9E3528F-9BFA-D619-2413-B15DDFB2A77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359547" y="3987405"/>
            <a:ext cx="2699856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>
                <a:solidFill>
                  <a:schemeClr val="bg1"/>
                </a:solidFill>
                <a:latin typeface="Abadi" panose="020B0604020104020204" pitchFamily="34" charset="0"/>
              </a:rPr>
              <a:t>Extend the application from the predefined gallery to any image,</a:t>
            </a:r>
          </a:p>
          <a:p>
            <a:r>
              <a:rPr lang="en-US" sz="1300">
                <a:solidFill>
                  <a:schemeClr val="bg1"/>
                </a:solidFill>
                <a:latin typeface="Abadi" panose="020B0604020104020204" pitchFamily="34" charset="0"/>
              </a:rPr>
              <a:t>by allowing users to add new ones.</a:t>
            </a:r>
          </a:p>
        </p:txBody>
      </p:sp>
      <p:sp>
        <p:nvSpPr>
          <p:cNvPr id="34" name="Rettangolo con angoli arrotondati 33">
            <a:extLst>
              <a:ext uri="{FF2B5EF4-FFF2-40B4-BE49-F238E27FC236}">
                <a16:creationId xmlns:a16="http://schemas.microsoft.com/office/drawing/2014/main" id="{77956229-502A-8A5C-33FF-58ED02DE27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8007" y="3845116"/>
            <a:ext cx="3990573" cy="949857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B4109E"/>
              </a:gs>
              <a:gs pos="95000">
                <a:srgbClr val="00255E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8" name="Immagine 27">
            <a:extLst>
              <a:ext uri="{FF2B5EF4-FFF2-40B4-BE49-F238E27FC236}">
                <a16:creationId xmlns:a16="http://schemas.microsoft.com/office/drawing/2014/main" id="{9357883F-8AB1-4209-9B3B-A47BA29CD5D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2017" y="3913050"/>
            <a:ext cx="828364" cy="828364"/>
          </a:xfrm>
          <a:prstGeom prst="rect">
            <a:avLst/>
          </a:prstGeom>
        </p:spPr>
      </p:pic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81AE6F4F-E810-97A7-1438-B557D33A2C7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913201" y="4062375"/>
            <a:ext cx="269985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noProof="0">
                <a:solidFill>
                  <a:schemeClr val="bg1"/>
                </a:solidFill>
                <a:latin typeface="Abadi" panose="020B0604020104020204" pitchFamily="34" charset="0"/>
              </a:rPr>
              <a:t>Enable camera usage within the application.</a:t>
            </a:r>
            <a:endParaRPr lang="en-GB" sz="1300" noProof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A3A2A478-D8BF-E054-CD92-18F81F0631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756559" y="2070440"/>
            <a:ext cx="3990573" cy="949857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B4109E"/>
              </a:gs>
              <a:gs pos="95000">
                <a:srgbClr val="00255E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CAB001BE-1052-ABCF-2696-D519E751AA4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816848" y="2299146"/>
            <a:ext cx="273028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>
                <a:solidFill>
                  <a:schemeClr val="bg1"/>
                </a:solidFill>
                <a:latin typeface="Abadi" panose="020B0604020104020204" pitchFamily="34" charset="0"/>
              </a:rPr>
              <a:t>Enable user accounts and access to shared image statistics.</a:t>
            </a:r>
          </a:p>
        </p:txBody>
      </p:sp>
      <p:sp>
        <p:nvSpPr>
          <p:cNvPr id="18" name="Rettangolo con angoli arrotondati 17">
            <a:extLst>
              <a:ext uri="{FF2B5EF4-FFF2-40B4-BE49-F238E27FC236}">
                <a16:creationId xmlns:a16="http://schemas.microsoft.com/office/drawing/2014/main" id="{BAEBF7CA-0A5F-6176-624D-92374752AA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225845" y="2080035"/>
            <a:ext cx="3990573" cy="949857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B4109E"/>
              </a:gs>
              <a:gs pos="95000">
                <a:srgbClr val="00255E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F349C3B7-798E-774A-F52B-DD80FCD19CF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335077" y="2208379"/>
            <a:ext cx="2699856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>
                <a:solidFill>
                  <a:schemeClr val="bg1"/>
                </a:solidFill>
                <a:latin typeface="Abadi" panose="020B0604020104020204" pitchFamily="34" charset="0"/>
              </a:rPr>
              <a:t>Test the application with the</a:t>
            </a:r>
          </a:p>
          <a:p>
            <a:r>
              <a:rPr lang="en-US" sz="1300">
                <a:solidFill>
                  <a:schemeClr val="bg1"/>
                </a:solidFill>
                <a:latin typeface="Abadi" panose="020B0604020104020204" pitchFamily="34" charset="0"/>
              </a:rPr>
              <a:t>same electrode configuration used during model training.</a:t>
            </a:r>
            <a:endParaRPr lang="en-GB" sz="1300" noProof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grpSp>
        <p:nvGrpSpPr>
          <p:cNvPr id="80" name="Gruppo 79">
            <a:extLst>
              <a:ext uri="{FF2B5EF4-FFF2-40B4-BE49-F238E27FC236}">
                <a16:creationId xmlns:a16="http://schemas.microsoft.com/office/drawing/2014/main" id="{FBBE04E7-9087-E071-F3C3-975F7C7D722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116554" y="1937894"/>
            <a:ext cx="3043189" cy="1548760"/>
            <a:chOff x="2116554" y="1937894"/>
            <a:chExt cx="3043189" cy="1548760"/>
          </a:xfrm>
        </p:grpSpPr>
        <p:cxnSp>
          <p:nvCxnSpPr>
            <p:cNvPr id="48" name="Connettore diritto 47">
              <a:extLst>
                <a:ext uri="{FF2B5EF4-FFF2-40B4-BE49-F238E27FC236}">
                  <a16:creationId xmlns:a16="http://schemas.microsoft.com/office/drawing/2014/main" id="{314BE4AB-FE39-9147-CC40-A1941AC9E5BC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683440" y="3089910"/>
              <a:ext cx="0" cy="302288"/>
            </a:xfrm>
            <a:prstGeom prst="line">
              <a:avLst/>
            </a:prstGeom>
            <a:ln w="38100">
              <a:solidFill>
                <a:srgbClr val="0025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64" name="Immagine 63" descr="Immagine che contiene cerchio, schermata, Policromia, Elementi grafici&#10;&#10;Il contenuto generato dall'IA potrebbe non essere corretto.">
              <a:extLst>
                <a:ext uri="{FF2B5EF4-FFF2-40B4-BE49-F238E27FC236}">
                  <a16:creationId xmlns:a16="http://schemas.microsoft.com/office/drawing/2014/main" id="{472D89C6-769D-D929-404D-02733D067A8B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000"/>
            <a:stretch/>
          </p:blipFill>
          <p:spPr>
            <a:xfrm>
              <a:off x="2116554" y="1974386"/>
              <a:ext cx="569428" cy="1153625"/>
            </a:xfrm>
            <a:prstGeom prst="rect">
              <a:avLst/>
            </a:prstGeom>
          </p:spPr>
        </p:pic>
        <p:cxnSp>
          <p:nvCxnSpPr>
            <p:cNvPr id="67" name="Connettore diritto 66">
              <a:extLst>
                <a:ext uri="{FF2B5EF4-FFF2-40B4-BE49-F238E27FC236}">
                  <a16:creationId xmlns:a16="http://schemas.microsoft.com/office/drawing/2014/main" id="{BFF3AECE-AB57-96C0-0A04-0B871020414D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H="1">
              <a:off x="2653665" y="1995245"/>
              <a:ext cx="2395571" cy="0"/>
            </a:xfrm>
            <a:prstGeom prst="line">
              <a:avLst/>
            </a:prstGeom>
            <a:ln w="38100">
              <a:solidFill>
                <a:srgbClr val="0025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e 70">
              <a:extLst>
                <a:ext uri="{FF2B5EF4-FFF2-40B4-BE49-F238E27FC236}">
                  <a16:creationId xmlns:a16="http://schemas.microsoft.com/office/drawing/2014/main" id="{2E4DFEF2-8084-31C1-3C98-86936F4DCAD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44308" y="1937894"/>
              <a:ext cx="115435" cy="114702"/>
            </a:xfrm>
            <a:prstGeom prst="ellipse">
              <a:avLst/>
            </a:prstGeom>
            <a:solidFill>
              <a:srgbClr val="0025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2" name="Ovale 71">
              <a:extLst>
                <a:ext uri="{FF2B5EF4-FFF2-40B4-BE49-F238E27FC236}">
                  <a16:creationId xmlns:a16="http://schemas.microsoft.com/office/drawing/2014/main" id="{A1A94AD6-A414-87C8-E472-BBD463729FB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625723" y="3371952"/>
              <a:ext cx="115435" cy="114702"/>
            </a:xfrm>
            <a:prstGeom prst="ellipse">
              <a:avLst/>
            </a:prstGeom>
            <a:solidFill>
              <a:srgbClr val="0025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grpSp>
        <p:nvGrpSpPr>
          <p:cNvPr id="81" name="Gruppo 80">
            <a:extLst>
              <a:ext uri="{FF2B5EF4-FFF2-40B4-BE49-F238E27FC236}">
                <a16:creationId xmlns:a16="http://schemas.microsoft.com/office/drawing/2014/main" id="{A6F9AB83-5C5C-07CD-1671-2CE60F20408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646775" y="1930719"/>
            <a:ext cx="3043189" cy="1558285"/>
            <a:chOff x="2116554" y="1934719"/>
            <a:chExt cx="3043189" cy="1558285"/>
          </a:xfrm>
        </p:grpSpPr>
        <p:cxnSp>
          <p:nvCxnSpPr>
            <p:cNvPr id="82" name="Connettore diritto 81">
              <a:extLst>
                <a:ext uri="{FF2B5EF4-FFF2-40B4-BE49-F238E27FC236}">
                  <a16:creationId xmlns:a16="http://schemas.microsoft.com/office/drawing/2014/main" id="{00951026-E328-0941-5AE3-613E2CDE6FBD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683440" y="3089910"/>
              <a:ext cx="0" cy="302288"/>
            </a:xfrm>
            <a:prstGeom prst="line">
              <a:avLst/>
            </a:prstGeom>
            <a:ln w="38100">
              <a:solidFill>
                <a:srgbClr val="0025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83" name="Immagine 82" descr="Immagine che contiene cerchio, schermata, Policromia, Elementi grafici&#10;&#10;Il contenuto generato dall'IA potrebbe non essere corretto.">
              <a:extLst>
                <a:ext uri="{FF2B5EF4-FFF2-40B4-BE49-F238E27FC236}">
                  <a16:creationId xmlns:a16="http://schemas.microsoft.com/office/drawing/2014/main" id="{461A62D2-0619-C472-BA1F-89803CB6D1EE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000"/>
            <a:stretch/>
          </p:blipFill>
          <p:spPr>
            <a:xfrm>
              <a:off x="2116554" y="1974386"/>
              <a:ext cx="569428" cy="1153625"/>
            </a:xfrm>
            <a:prstGeom prst="rect">
              <a:avLst/>
            </a:prstGeom>
          </p:spPr>
        </p:pic>
        <p:cxnSp>
          <p:nvCxnSpPr>
            <p:cNvPr id="84" name="Connettore diritto 83">
              <a:extLst>
                <a:ext uri="{FF2B5EF4-FFF2-40B4-BE49-F238E27FC236}">
                  <a16:creationId xmlns:a16="http://schemas.microsoft.com/office/drawing/2014/main" id="{E32BE645-9646-9AFE-1A6E-6424D9A28D3D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H="1">
              <a:off x="2653665" y="1992070"/>
              <a:ext cx="2395571" cy="0"/>
            </a:xfrm>
            <a:prstGeom prst="line">
              <a:avLst/>
            </a:prstGeom>
            <a:ln w="38100">
              <a:solidFill>
                <a:srgbClr val="0025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Ovale 84">
              <a:extLst>
                <a:ext uri="{FF2B5EF4-FFF2-40B4-BE49-F238E27FC236}">
                  <a16:creationId xmlns:a16="http://schemas.microsoft.com/office/drawing/2014/main" id="{C92085BE-703E-980C-7730-95CAAC038A9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44308" y="1934719"/>
              <a:ext cx="115435" cy="114702"/>
            </a:xfrm>
            <a:prstGeom prst="ellipse">
              <a:avLst/>
            </a:prstGeom>
            <a:solidFill>
              <a:srgbClr val="0025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86" name="Ovale 85">
              <a:extLst>
                <a:ext uri="{FF2B5EF4-FFF2-40B4-BE49-F238E27FC236}">
                  <a16:creationId xmlns:a16="http://schemas.microsoft.com/office/drawing/2014/main" id="{72E1DC33-7451-BACA-4747-7F6361A97A4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625723" y="3378302"/>
              <a:ext cx="115435" cy="114702"/>
            </a:xfrm>
            <a:prstGeom prst="ellipse">
              <a:avLst/>
            </a:prstGeom>
            <a:solidFill>
              <a:srgbClr val="0025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grpSp>
        <p:nvGrpSpPr>
          <p:cNvPr id="93" name="Gruppo 92">
            <a:extLst>
              <a:ext uri="{FF2B5EF4-FFF2-40B4-BE49-F238E27FC236}">
                <a16:creationId xmlns:a16="http://schemas.microsoft.com/office/drawing/2014/main" id="{70765212-D4D5-D472-3892-15962693741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flipH="1" flipV="1">
            <a:off x="7552158" y="3375499"/>
            <a:ext cx="3043189" cy="1569880"/>
            <a:chOff x="2116554" y="1934719"/>
            <a:chExt cx="3043189" cy="1564591"/>
          </a:xfrm>
        </p:grpSpPr>
        <p:cxnSp>
          <p:nvCxnSpPr>
            <p:cNvPr id="94" name="Connettore diritto 93">
              <a:extLst>
                <a:ext uri="{FF2B5EF4-FFF2-40B4-BE49-F238E27FC236}">
                  <a16:creationId xmlns:a16="http://schemas.microsoft.com/office/drawing/2014/main" id="{A54ABCCA-E5E0-F9A7-E025-0ADED59DACCC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666930" y="3089910"/>
              <a:ext cx="0" cy="302288"/>
            </a:xfrm>
            <a:prstGeom prst="line">
              <a:avLst/>
            </a:prstGeom>
            <a:ln w="38100">
              <a:solidFill>
                <a:srgbClr val="0025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95" name="Immagine 94" descr="Immagine che contiene cerchio, schermata, Policromia, Elementi grafici&#10;&#10;Il contenuto generato dall'IA potrebbe non essere corretto.">
              <a:extLst>
                <a:ext uri="{FF2B5EF4-FFF2-40B4-BE49-F238E27FC236}">
                  <a16:creationId xmlns:a16="http://schemas.microsoft.com/office/drawing/2014/main" id="{E833F475-FF34-5552-C5C8-198519F447E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000"/>
            <a:stretch/>
          </p:blipFill>
          <p:spPr>
            <a:xfrm>
              <a:off x="2116554" y="1974387"/>
              <a:ext cx="569428" cy="1151892"/>
            </a:xfrm>
            <a:prstGeom prst="rect">
              <a:avLst/>
            </a:prstGeom>
          </p:spPr>
        </p:pic>
        <p:cxnSp>
          <p:nvCxnSpPr>
            <p:cNvPr id="96" name="Connettore diritto 95">
              <a:extLst>
                <a:ext uri="{FF2B5EF4-FFF2-40B4-BE49-F238E27FC236}">
                  <a16:creationId xmlns:a16="http://schemas.microsoft.com/office/drawing/2014/main" id="{0AC5E485-A98E-40B6-8CFA-70988DE339A3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H="1">
              <a:off x="2653665" y="1992070"/>
              <a:ext cx="2395571" cy="0"/>
            </a:xfrm>
            <a:prstGeom prst="line">
              <a:avLst/>
            </a:prstGeom>
            <a:ln w="38100">
              <a:solidFill>
                <a:srgbClr val="0025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Ovale 96">
              <a:extLst>
                <a:ext uri="{FF2B5EF4-FFF2-40B4-BE49-F238E27FC236}">
                  <a16:creationId xmlns:a16="http://schemas.microsoft.com/office/drawing/2014/main" id="{B7EB1179-B711-B21C-DC8A-37B0C6D31D9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44308" y="1934719"/>
              <a:ext cx="115435" cy="114702"/>
            </a:xfrm>
            <a:prstGeom prst="ellipse">
              <a:avLst/>
            </a:prstGeom>
            <a:solidFill>
              <a:srgbClr val="0025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98" name="Ovale 97">
              <a:extLst>
                <a:ext uri="{FF2B5EF4-FFF2-40B4-BE49-F238E27FC236}">
                  <a16:creationId xmlns:a16="http://schemas.microsoft.com/office/drawing/2014/main" id="{2F88724D-944E-55F1-39C4-9FB8186F21A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606038" y="3384608"/>
              <a:ext cx="115435" cy="114702"/>
            </a:xfrm>
            <a:prstGeom prst="ellipse">
              <a:avLst/>
            </a:prstGeom>
            <a:solidFill>
              <a:srgbClr val="0025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grpSp>
        <p:nvGrpSpPr>
          <p:cNvPr id="99" name="Gruppo 98">
            <a:extLst>
              <a:ext uri="{FF2B5EF4-FFF2-40B4-BE49-F238E27FC236}">
                <a16:creationId xmlns:a16="http://schemas.microsoft.com/office/drawing/2014/main" id="{3C4FCA5A-D71B-C85D-AE90-51C0782108F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flipH="1" flipV="1">
            <a:off x="2039156" y="3374063"/>
            <a:ext cx="3055889" cy="1569881"/>
            <a:chOff x="2103854" y="1934719"/>
            <a:chExt cx="3055889" cy="1564591"/>
          </a:xfrm>
        </p:grpSpPr>
        <p:cxnSp>
          <p:nvCxnSpPr>
            <p:cNvPr id="100" name="Connettore diritto 99">
              <a:extLst>
                <a:ext uri="{FF2B5EF4-FFF2-40B4-BE49-F238E27FC236}">
                  <a16:creationId xmlns:a16="http://schemas.microsoft.com/office/drawing/2014/main" id="{DA5F6C11-E010-80FF-3E75-31E00B557170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H="1">
              <a:off x="2653595" y="3088481"/>
              <a:ext cx="0" cy="303716"/>
            </a:xfrm>
            <a:prstGeom prst="line">
              <a:avLst/>
            </a:prstGeom>
            <a:ln w="38100">
              <a:solidFill>
                <a:srgbClr val="0025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01" name="Immagine 100" descr="Immagine che contiene cerchio, schermata, Policromia, Elementi grafici&#10;&#10;Il contenuto generato dall'IA potrebbe non essere corretto.">
              <a:extLst>
                <a:ext uri="{FF2B5EF4-FFF2-40B4-BE49-F238E27FC236}">
                  <a16:creationId xmlns:a16="http://schemas.microsoft.com/office/drawing/2014/main" id="{B5E328E2-604F-1F27-F5D7-570004574E3E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000"/>
            <a:stretch/>
          </p:blipFill>
          <p:spPr>
            <a:xfrm>
              <a:off x="2103854" y="1972956"/>
              <a:ext cx="569428" cy="1151890"/>
            </a:xfrm>
            <a:prstGeom prst="rect">
              <a:avLst/>
            </a:prstGeom>
          </p:spPr>
        </p:pic>
        <p:cxnSp>
          <p:nvCxnSpPr>
            <p:cNvPr id="102" name="Connettore diritto 101">
              <a:extLst>
                <a:ext uri="{FF2B5EF4-FFF2-40B4-BE49-F238E27FC236}">
                  <a16:creationId xmlns:a16="http://schemas.microsoft.com/office/drawing/2014/main" id="{008535AE-EFD2-8D69-5D97-5A7B0131BE30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H="1">
              <a:off x="2653665" y="1992070"/>
              <a:ext cx="2395571" cy="0"/>
            </a:xfrm>
            <a:prstGeom prst="line">
              <a:avLst/>
            </a:prstGeom>
            <a:ln w="38100">
              <a:solidFill>
                <a:srgbClr val="0025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Ovale 102">
              <a:extLst>
                <a:ext uri="{FF2B5EF4-FFF2-40B4-BE49-F238E27FC236}">
                  <a16:creationId xmlns:a16="http://schemas.microsoft.com/office/drawing/2014/main" id="{52F14BB1-6E3F-00E7-17C1-12FF0C9D6E6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44308" y="1934719"/>
              <a:ext cx="115435" cy="114702"/>
            </a:xfrm>
            <a:prstGeom prst="ellipse">
              <a:avLst/>
            </a:prstGeom>
            <a:solidFill>
              <a:srgbClr val="0025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04" name="Ovale 103">
              <a:extLst>
                <a:ext uri="{FF2B5EF4-FFF2-40B4-BE49-F238E27FC236}">
                  <a16:creationId xmlns:a16="http://schemas.microsoft.com/office/drawing/2014/main" id="{922E419F-2485-25BD-58B6-4A94A9440AC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595878" y="3384608"/>
              <a:ext cx="115435" cy="114702"/>
            </a:xfrm>
            <a:prstGeom prst="ellipse">
              <a:avLst/>
            </a:prstGeom>
            <a:solidFill>
              <a:srgbClr val="0025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pic>
        <p:nvPicPr>
          <p:cNvPr id="31" name="Immagine 30">
            <a:extLst>
              <a:ext uri="{FF2B5EF4-FFF2-40B4-BE49-F238E27FC236}">
                <a16:creationId xmlns:a16="http://schemas.microsoft.com/office/drawing/2014/main" id="{7672D500-04B6-95C7-22D4-2185609A9DC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27269" y="2132595"/>
            <a:ext cx="823214" cy="823214"/>
          </a:xfrm>
          <a:prstGeom prst="rect">
            <a:avLst/>
          </a:prstGeom>
        </p:spPr>
      </p:pic>
      <p:pic>
        <p:nvPicPr>
          <p:cNvPr id="22" name="Immagine 21" descr="Immagine che contiene cerchio, simbolo, Elementi grafici, Carattere&#10;&#10;Il contenuto generato dall'IA potrebbe non essere corretto.">
            <a:extLst>
              <a:ext uri="{FF2B5EF4-FFF2-40B4-BE49-F238E27FC236}">
                <a16:creationId xmlns:a16="http://schemas.microsoft.com/office/drawing/2014/main" id="{3D2D2982-BD25-7B5C-4FF1-4A1A632EBBD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2203" y="2140570"/>
            <a:ext cx="823213" cy="823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8130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344C9E-BAE1-6D38-6291-0B3A07D92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ttangolo con angoli arrotondati 46">
            <a:extLst>
              <a:ext uri="{FF2B5EF4-FFF2-40B4-BE49-F238E27FC236}">
                <a16:creationId xmlns:a16="http://schemas.microsoft.com/office/drawing/2014/main" id="{A9087158-8F19-D061-A14A-FF4BCF28148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36212" y="1256963"/>
            <a:ext cx="9268288" cy="4664815"/>
          </a:xfrm>
          <a:prstGeom prst="roundRect">
            <a:avLst>
              <a:gd name="adj" fmla="val 0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7" name="Immagine 26" descr="Immagine che contiene schermata, smartphone&#10;&#10;Il contenuto generato dall'IA potrebbe non essere corretto.">
            <a:extLst>
              <a:ext uri="{FF2B5EF4-FFF2-40B4-BE49-F238E27FC236}">
                <a16:creationId xmlns:a16="http://schemas.microsoft.com/office/drawing/2014/main" id="{F96A8FE0-8D13-027E-DAF8-E0BD65E14A9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336287" y="-1334939"/>
            <a:ext cx="5248339" cy="9790662"/>
          </a:xfrm>
          <a:prstGeom prst="rect">
            <a:avLst/>
          </a:prstGeom>
        </p:spPr>
      </p:pic>
      <p:pic>
        <p:nvPicPr>
          <p:cNvPr id="42" name="Immagine 41" descr="Immagine che contiene triangolo, simbolo, linea, stella&#10;&#10;Il contenuto generato dall'IA potrebbe non essere corretto.">
            <a:extLst>
              <a:ext uri="{FF2B5EF4-FFF2-40B4-BE49-F238E27FC236}">
                <a16:creationId xmlns:a16="http://schemas.microsoft.com/office/drawing/2014/main" id="{FE60A394-6BEE-0508-0DCD-079820E3AEA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5014" y="7239260"/>
            <a:ext cx="277176" cy="277176"/>
          </a:xfrm>
          <a:prstGeom prst="rect">
            <a:avLst/>
          </a:prstGeom>
        </p:spPr>
      </p:pic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6DA00386-2DB5-3D3C-9A14-9C1C15E3102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320946" y="3105834"/>
            <a:ext cx="55501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3600" b="1">
                <a:solidFill>
                  <a:srgbClr val="00255E"/>
                </a:solidFill>
                <a:latin typeface="Abadi" panose="020B0604020104020204" pitchFamily="34" charset="0"/>
              </a:rPr>
              <a:t>Thanks for </a:t>
            </a:r>
            <a:r>
              <a:rPr lang="it-IT" sz="3600" b="1" err="1">
                <a:solidFill>
                  <a:srgbClr val="00255E"/>
                </a:solidFill>
                <a:latin typeface="Abadi" panose="020B0604020104020204" pitchFamily="34" charset="0"/>
              </a:rPr>
              <a:t>your</a:t>
            </a:r>
            <a:r>
              <a:rPr lang="it-IT" sz="3600" b="1">
                <a:solidFill>
                  <a:srgbClr val="00255E"/>
                </a:solidFill>
                <a:latin typeface="Abadi" panose="020B0604020104020204" pitchFamily="34" charset="0"/>
              </a:rPr>
              <a:t> </a:t>
            </a:r>
            <a:r>
              <a:rPr lang="it-IT" sz="3600" b="1" err="1">
                <a:solidFill>
                  <a:srgbClr val="00255E"/>
                </a:solidFill>
                <a:latin typeface="Abadi" panose="020B0604020104020204" pitchFamily="34" charset="0"/>
              </a:rPr>
              <a:t>attention</a:t>
            </a:r>
            <a:r>
              <a:rPr lang="it-IT" sz="3600" b="1">
                <a:solidFill>
                  <a:srgbClr val="00255E"/>
                </a:solidFill>
                <a:latin typeface="Abadi" panose="020B0604020104020204" pitchFamily="34" charset="0"/>
              </a:rPr>
              <a:t>!</a:t>
            </a:r>
          </a:p>
        </p:txBody>
      </p:sp>
      <p:pic>
        <p:nvPicPr>
          <p:cNvPr id="11" name="Elemento grafico 10">
            <a:extLst>
              <a:ext uri="{FF2B5EF4-FFF2-40B4-BE49-F238E27FC236}">
                <a16:creationId xmlns:a16="http://schemas.microsoft.com/office/drawing/2014/main" id="{E6F36289-3A3F-ED0E-096E-FF8FBB0659D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61101" y="1403414"/>
            <a:ext cx="683184" cy="683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1215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829</Words>
  <Application>Microsoft Office PowerPoint</Application>
  <PresentationFormat>Widescreen</PresentationFormat>
  <Paragraphs>141</Paragraphs>
  <Slides>23</Slides>
  <Notes>8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23</vt:i4>
      </vt:variant>
    </vt:vector>
  </HeadingPairs>
  <TitlesOfParts>
    <vt:vector size="30" baseType="lpstr">
      <vt:lpstr>Abadi</vt:lpstr>
      <vt:lpstr>Aptos</vt:lpstr>
      <vt:lpstr>Aptos Display</vt:lpstr>
      <vt:lpstr>Aptos ExtraBold</vt:lpstr>
      <vt:lpstr>Arial</vt:lpstr>
      <vt:lpstr>Cascadia Code Light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Francesco Tarchi</dc:creator>
  <cp:lastModifiedBy>Francesco Tarchi</cp:lastModifiedBy>
  <cp:revision>1</cp:revision>
  <dcterms:created xsi:type="dcterms:W3CDTF">2025-05-12T09:21:55Z</dcterms:created>
  <dcterms:modified xsi:type="dcterms:W3CDTF">2025-11-14T23:06:54Z</dcterms:modified>
</cp:coreProperties>
</file>